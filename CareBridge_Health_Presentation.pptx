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E55A0-FCEB-4FBF-AEF8-F7FC9CD2304F}" v="73" dt="2026-01-25T23:05:14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i Nguyen" userId="77dac2ef2b053cd4" providerId="LiveId" clId="{DEFD56BA-63A7-4A5F-8144-58D81D254658}"/>
    <pc:docChg chg="undo custSel addSld delSld modSld sldOrd">
      <pc:chgData name="Thai Nguyen" userId="77dac2ef2b053cd4" providerId="LiveId" clId="{DEFD56BA-63A7-4A5F-8144-58D81D254658}" dt="2026-01-25T23:19:08.402" v="670" actId="1076"/>
      <pc:docMkLst>
        <pc:docMk/>
      </pc:docMkLst>
      <pc:sldChg chg="modSp mod">
        <pc:chgData name="Thai Nguyen" userId="77dac2ef2b053cd4" providerId="LiveId" clId="{DEFD56BA-63A7-4A5F-8144-58D81D254658}" dt="2026-01-25T21:59:15.746" v="2" actId="113"/>
        <pc:sldMkLst>
          <pc:docMk/>
          <pc:sldMk cId="40890158" sldId="256"/>
        </pc:sldMkLst>
        <pc:spChg chg="mod">
          <ac:chgData name="Thai Nguyen" userId="77dac2ef2b053cd4" providerId="LiveId" clId="{DEFD56BA-63A7-4A5F-8144-58D81D254658}" dt="2026-01-25T21:59:15.746" v="2" actId="113"/>
          <ac:spMkLst>
            <pc:docMk/>
            <pc:sldMk cId="40890158" sldId="256"/>
            <ac:spMk id="8" creationId="{144D7807-A4C7-F35B-8F16-2EA1B44E1A1E}"/>
          </ac:spMkLst>
        </pc:spChg>
      </pc:sldChg>
      <pc:sldChg chg="addSp delSp modSp mod">
        <pc:chgData name="Thai Nguyen" userId="77dac2ef2b053cd4" providerId="LiveId" clId="{DEFD56BA-63A7-4A5F-8144-58D81D254658}" dt="2026-01-25T22:06:04.896" v="135" actId="478"/>
        <pc:sldMkLst>
          <pc:docMk/>
          <pc:sldMk cId="2600215149" sldId="257"/>
        </pc:sldMkLst>
        <pc:spChg chg="mod">
          <ac:chgData name="Thai Nguyen" userId="77dac2ef2b053cd4" providerId="LiveId" clId="{DEFD56BA-63A7-4A5F-8144-58D81D254658}" dt="2026-01-25T21:59:06.683" v="1" actId="113"/>
          <ac:spMkLst>
            <pc:docMk/>
            <pc:sldMk cId="2600215149" sldId="257"/>
            <ac:spMk id="4" creationId="{DA480CE5-D8BB-1123-C318-EA273C9A7D21}"/>
          </ac:spMkLst>
        </pc:spChg>
        <pc:spChg chg="del">
          <ac:chgData name="Thai Nguyen" userId="77dac2ef2b053cd4" providerId="LiveId" clId="{DEFD56BA-63A7-4A5F-8144-58D81D254658}" dt="2026-01-25T22:06:04.896" v="135" actId="478"/>
          <ac:spMkLst>
            <pc:docMk/>
            <pc:sldMk cId="2600215149" sldId="257"/>
            <ac:spMk id="6" creationId="{87F482AF-60F9-9357-D223-3A02D77E59D2}"/>
          </ac:spMkLst>
        </pc:spChg>
        <pc:picChg chg="add mod">
          <ac:chgData name="Thai Nguyen" userId="77dac2ef2b053cd4" providerId="LiveId" clId="{DEFD56BA-63A7-4A5F-8144-58D81D254658}" dt="2026-01-25T22:06:01.850" v="134"/>
          <ac:picMkLst>
            <pc:docMk/>
            <pc:sldMk cId="2600215149" sldId="257"/>
            <ac:picMk id="7" creationId="{7368EA23-733A-D195-B563-77A114E870CB}"/>
          </ac:picMkLst>
        </pc:picChg>
      </pc:sldChg>
      <pc:sldChg chg="addSp modSp">
        <pc:chgData name="Thai Nguyen" userId="77dac2ef2b053cd4" providerId="LiveId" clId="{DEFD56BA-63A7-4A5F-8144-58D81D254658}" dt="2026-01-25T22:06:16.934" v="136"/>
        <pc:sldMkLst>
          <pc:docMk/>
          <pc:sldMk cId="2890466997" sldId="258"/>
        </pc:sldMkLst>
        <pc:spChg chg="mod">
          <ac:chgData name="Thai Nguyen" userId="77dac2ef2b053cd4" providerId="LiveId" clId="{DEFD56BA-63A7-4A5F-8144-58D81D254658}" dt="2026-01-25T21:59:02.404" v="0" actId="113"/>
          <ac:spMkLst>
            <pc:docMk/>
            <pc:sldMk cId="2890466997" sldId="258"/>
            <ac:spMk id="4" creationId="{CFA67BF0-9993-AE43-6751-2712B561DA84}"/>
          </ac:spMkLst>
        </pc:spChg>
        <pc:picChg chg="add mod">
          <ac:chgData name="Thai Nguyen" userId="77dac2ef2b053cd4" providerId="LiveId" clId="{DEFD56BA-63A7-4A5F-8144-58D81D254658}" dt="2026-01-25T22:06:16.934" v="136"/>
          <ac:picMkLst>
            <pc:docMk/>
            <pc:sldMk cId="2890466997" sldId="258"/>
            <ac:picMk id="5" creationId="{5D9239AE-941D-2F3F-B14A-3AF3FA950768}"/>
          </ac:picMkLst>
        </pc:picChg>
      </pc:sldChg>
      <pc:sldChg chg="addSp delSp modSp new mod setBg">
        <pc:chgData name="Thai Nguyen" userId="77dac2ef2b053cd4" providerId="LiveId" clId="{DEFD56BA-63A7-4A5F-8144-58D81D254658}" dt="2026-01-25T22:06:19.906" v="137"/>
        <pc:sldMkLst>
          <pc:docMk/>
          <pc:sldMk cId="1735480036" sldId="259"/>
        </pc:sldMkLst>
        <pc:spChg chg="del mod">
          <ac:chgData name="Thai Nguyen" userId="77dac2ef2b053cd4" providerId="LiveId" clId="{DEFD56BA-63A7-4A5F-8144-58D81D254658}" dt="2026-01-25T21:59:43.090" v="5" actId="478"/>
          <ac:spMkLst>
            <pc:docMk/>
            <pc:sldMk cId="1735480036" sldId="259"/>
            <ac:spMk id="2" creationId="{6294D281-0E9F-C67A-0C77-E24DAA05F6A2}"/>
          </ac:spMkLst>
        </pc:spChg>
        <pc:spChg chg="del mod">
          <ac:chgData name="Thai Nguyen" userId="77dac2ef2b053cd4" providerId="LiveId" clId="{DEFD56BA-63A7-4A5F-8144-58D81D254658}" dt="2026-01-25T21:59:44.104" v="6" actId="478"/>
          <ac:spMkLst>
            <pc:docMk/>
            <pc:sldMk cId="1735480036" sldId="259"/>
            <ac:spMk id="3" creationId="{26F3F0C3-EBDC-3620-F183-420B3CEE6A74}"/>
          </ac:spMkLst>
        </pc:spChg>
        <pc:spChg chg="add mod">
          <ac:chgData name="Thai Nguyen" userId="77dac2ef2b053cd4" providerId="LiveId" clId="{DEFD56BA-63A7-4A5F-8144-58D81D254658}" dt="2026-01-25T22:01:39.168" v="50" actId="1076"/>
          <ac:spMkLst>
            <pc:docMk/>
            <pc:sldMk cId="1735480036" sldId="259"/>
            <ac:spMk id="4" creationId="{F50B02C8-8250-EBE6-AEEC-B5F48029F4DC}"/>
          </ac:spMkLst>
        </pc:spChg>
        <pc:spChg chg="add mod">
          <ac:chgData name="Thai Nguyen" userId="77dac2ef2b053cd4" providerId="LiveId" clId="{DEFD56BA-63A7-4A5F-8144-58D81D254658}" dt="2026-01-25T22:01:53.404" v="52" actId="122"/>
          <ac:spMkLst>
            <pc:docMk/>
            <pc:sldMk cId="1735480036" sldId="259"/>
            <ac:spMk id="5" creationId="{C68966DB-9255-0C72-C5D0-09A1C53CE898}"/>
          </ac:spMkLst>
        </pc:spChg>
        <pc:spChg chg="add">
          <ac:chgData name="Thai Nguyen" userId="77dac2ef2b053cd4" providerId="LiveId" clId="{DEFD56BA-63A7-4A5F-8144-58D81D254658}" dt="2026-01-25T21:59:39.872" v="4" actId="26606"/>
          <ac:spMkLst>
            <pc:docMk/>
            <pc:sldMk cId="1735480036" sldId="259"/>
            <ac:spMk id="8" creationId="{B937640E-EF7A-4A6C-A950-D12B7D5C923E}"/>
          </ac:spMkLst>
        </pc:spChg>
        <pc:spChg chg="add">
          <ac:chgData name="Thai Nguyen" userId="77dac2ef2b053cd4" providerId="LiveId" clId="{DEFD56BA-63A7-4A5F-8144-58D81D254658}" dt="2026-01-25T21:59:39.872" v="4" actId="26606"/>
          <ac:spMkLst>
            <pc:docMk/>
            <pc:sldMk cId="1735480036" sldId="259"/>
            <ac:spMk id="10" creationId="{D72B6D96-D9A2-4E4A-8064-FCA9A1D3F647}"/>
          </ac:spMkLst>
        </pc:spChg>
        <pc:spChg chg="add">
          <ac:chgData name="Thai Nguyen" userId="77dac2ef2b053cd4" providerId="LiveId" clId="{DEFD56BA-63A7-4A5F-8144-58D81D254658}" dt="2026-01-25T21:59:39.872" v="4" actId="26606"/>
          <ac:spMkLst>
            <pc:docMk/>
            <pc:sldMk cId="1735480036" sldId="259"/>
            <ac:spMk id="12" creationId="{64ADF8E3-1B35-4C33-95FB-BAAD781AF743}"/>
          </ac:spMkLst>
        </pc:spChg>
        <pc:picChg chg="add mod">
          <ac:chgData name="Thai Nguyen" userId="77dac2ef2b053cd4" providerId="LiveId" clId="{DEFD56BA-63A7-4A5F-8144-58D81D254658}" dt="2026-01-25T22:06:19.906" v="137"/>
          <ac:picMkLst>
            <pc:docMk/>
            <pc:sldMk cId="1735480036" sldId="259"/>
            <ac:picMk id="6" creationId="{8B88ADBF-301D-E283-9942-90E3E8656EF7}"/>
          </ac:picMkLst>
        </pc:picChg>
      </pc:sldChg>
      <pc:sldChg chg="addSp delSp modSp add mod">
        <pc:chgData name="Thai Nguyen" userId="77dac2ef2b053cd4" providerId="LiveId" clId="{DEFD56BA-63A7-4A5F-8144-58D81D254658}" dt="2026-01-25T22:34:26.462" v="471" actId="20577"/>
        <pc:sldMkLst>
          <pc:docMk/>
          <pc:sldMk cId="4214412146" sldId="260"/>
        </pc:sldMkLst>
        <pc:spChg chg="add mod">
          <ac:chgData name="Thai Nguyen" userId="77dac2ef2b053cd4" providerId="LiveId" clId="{DEFD56BA-63A7-4A5F-8144-58D81D254658}" dt="2026-01-25T22:07:16.936" v="147" actId="1076"/>
          <ac:spMkLst>
            <pc:docMk/>
            <pc:sldMk cId="4214412146" sldId="260"/>
            <ac:spMk id="2" creationId="{8ECA1EE7-9A4F-3029-65D6-F75F61553751}"/>
          </ac:spMkLst>
        </pc:spChg>
        <pc:spChg chg="mod">
          <ac:chgData name="Thai Nguyen" userId="77dac2ef2b053cd4" providerId="LiveId" clId="{DEFD56BA-63A7-4A5F-8144-58D81D254658}" dt="2026-01-25T22:07:55.263" v="150" actId="1076"/>
          <ac:spMkLst>
            <pc:docMk/>
            <pc:sldMk cId="4214412146" sldId="260"/>
            <ac:spMk id="4" creationId="{43F8877B-8631-AF1F-6F74-770EEA145363}"/>
          </ac:spMkLst>
        </pc:spChg>
        <pc:spChg chg="del">
          <ac:chgData name="Thai Nguyen" userId="77dac2ef2b053cd4" providerId="LiveId" clId="{DEFD56BA-63A7-4A5F-8144-58D81D254658}" dt="2026-01-25T22:02:26.425" v="56" actId="478"/>
          <ac:spMkLst>
            <pc:docMk/>
            <pc:sldMk cId="4214412146" sldId="260"/>
            <ac:spMk id="5" creationId="{653401A4-BEA7-0212-D605-09DD27B01F4D}"/>
          </ac:spMkLst>
        </pc:spChg>
        <pc:spChg chg="add mod">
          <ac:chgData name="Thai Nguyen" userId="77dac2ef2b053cd4" providerId="LiveId" clId="{DEFD56BA-63A7-4A5F-8144-58D81D254658}" dt="2026-01-25T22:03:39.200" v="71" actId="1076"/>
          <ac:spMkLst>
            <pc:docMk/>
            <pc:sldMk cId="4214412146" sldId="260"/>
            <ac:spMk id="9" creationId="{CDE64B09-5D17-2CD4-1708-9C8AD4C684C3}"/>
          </ac:spMkLst>
        </pc:spChg>
        <pc:spChg chg="add mod">
          <ac:chgData name="Thai Nguyen" userId="77dac2ef2b053cd4" providerId="LiveId" clId="{DEFD56BA-63A7-4A5F-8144-58D81D254658}" dt="2026-01-25T22:03:48.871" v="72" actId="1076"/>
          <ac:spMkLst>
            <pc:docMk/>
            <pc:sldMk cId="4214412146" sldId="260"/>
            <ac:spMk id="11" creationId="{A44A5CCD-4918-FEFB-8E83-D91D5773D369}"/>
          </ac:spMkLst>
        </pc:spChg>
        <pc:spChg chg="mod">
          <ac:chgData name="Thai Nguyen" userId="77dac2ef2b053cd4" providerId="LiveId" clId="{DEFD56BA-63A7-4A5F-8144-58D81D254658}" dt="2026-01-25T22:03:31.742" v="69"/>
          <ac:spMkLst>
            <pc:docMk/>
            <pc:sldMk cId="4214412146" sldId="260"/>
            <ac:spMk id="14" creationId="{B4D2228C-0BFD-1640-933E-FB1805AE467D}"/>
          </ac:spMkLst>
        </pc:spChg>
        <pc:spChg chg="mod">
          <ac:chgData name="Thai Nguyen" userId="77dac2ef2b053cd4" providerId="LiveId" clId="{DEFD56BA-63A7-4A5F-8144-58D81D254658}" dt="2026-01-25T22:34:26.462" v="471" actId="20577"/>
          <ac:spMkLst>
            <pc:docMk/>
            <pc:sldMk cId="4214412146" sldId="260"/>
            <ac:spMk id="15" creationId="{F142E31B-A8EF-8077-167C-7041F5B922CD}"/>
          </ac:spMkLst>
        </pc:spChg>
        <pc:spChg chg="add del mod">
          <ac:chgData name="Thai Nguyen" userId="77dac2ef2b053cd4" providerId="LiveId" clId="{DEFD56BA-63A7-4A5F-8144-58D81D254658}" dt="2026-01-25T22:05:31.139" v="130" actId="478"/>
          <ac:spMkLst>
            <pc:docMk/>
            <pc:sldMk cId="4214412146" sldId="260"/>
            <ac:spMk id="16" creationId="{E7822DB8-E6E1-1735-E1BC-917C267BBC26}"/>
          </ac:spMkLst>
        </pc:spChg>
        <pc:spChg chg="add mod">
          <ac:chgData name="Thai Nguyen" userId="77dac2ef2b053cd4" providerId="LiveId" clId="{DEFD56BA-63A7-4A5F-8144-58D81D254658}" dt="2026-01-25T22:05:28.609" v="129" actId="1076"/>
          <ac:spMkLst>
            <pc:docMk/>
            <pc:sldMk cId="4214412146" sldId="260"/>
            <ac:spMk id="17" creationId="{1BCEC839-2F4C-3DB3-0D9E-94E6071AEFBC}"/>
          </ac:spMkLst>
        </pc:spChg>
        <pc:spChg chg="add mod">
          <ac:chgData name="Thai Nguyen" userId="77dac2ef2b053cd4" providerId="LiveId" clId="{DEFD56BA-63A7-4A5F-8144-58D81D254658}" dt="2026-01-25T22:05:18.760" v="128" actId="20577"/>
          <ac:spMkLst>
            <pc:docMk/>
            <pc:sldMk cId="4214412146" sldId="260"/>
            <ac:spMk id="18" creationId="{94E6F224-8843-D763-C131-A4C2C11C00AA}"/>
          </ac:spMkLst>
        </pc:spChg>
        <pc:spChg chg="mod">
          <ac:chgData name="Thai Nguyen" userId="77dac2ef2b053cd4" providerId="LiveId" clId="{DEFD56BA-63A7-4A5F-8144-58D81D254658}" dt="2026-01-25T22:05:37.679" v="131"/>
          <ac:spMkLst>
            <pc:docMk/>
            <pc:sldMk cId="4214412146" sldId="260"/>
            <ac:spMk id="20" creationId="{9384D593-01F5-D4CB-DD8F-7DC653217D6C}"/>
          </ac:spMkLst>
        </pc:spChg>
        <pc:spChg chg="mod">
          <ac:chgData name="Thai Nguyen" userId="77dac2ef2b053cd4" providerId="LiveId" clId="{DEFD56BA-63A7-4A5F-8144-58D81D254658}" dt="2026-01-25T22:05:37.679" v="131"/>
          <ac:spMkLst>
            <pc:docMk/>
            <pc:sldMk cId="4214412146" sldId="260"/>
            <ac:spMk id="21" creationId="{5876F68D-D84C-6F43-01B4-F702EAFC387D}"/>
          </ac:spMkLst>
        </pc:spChg>
        <pc:grpChg chg="add mod">
          <ac:chgData name="Thai Nguyen" userId="77dac2ef2b053cd4" providerId="LiveId" clId="{DEFD56BA-63A7-4A5F-8144-58D81D254658}" dt="2026-01-25T22:04:44.435" v="82" actId="1076"/>
          <ac:grpSpMkLst>
            <pc:docMk/>
            <pc:sldMk cId="4214412146" sldId="260"/>
            <ac:grpSpMk id="13" creationId="{266F903F-34A9-035A-DA1A-AAFDD162CAF3}"/>
          </ac:grpSpMkLst>
        </pc:grpChg>
        <pc:grpChg chg="add mod">
          <ac:chgData name="Thai Nguyen" userId="77dac2ef2b053cd4" providerId="LiveId" clId="{DEFD56BA-63A7-4A5F-8144-58D81D254658}" dt="2026-01-25T22:05:53.543" v="133" actId="1076"/>
          <ac:grpSpMkLst>
            <pc:docMk/>
            <pc:sldMk cId="4214412146" sldId="260"/>
            <ac:grpSpMk id="19" creationId="{38BD7BD2-4C04-6BB6-AE03-485D0FA182E3}"/>
          </ac:grpSpMkLst>
        </pc:grpChg>
        <pc:picChg chg="add mod">
          <ac:chgData name="Thai Nguyen" userId="77dac2ef2b053cd4" providerId="LiveId" clId="{DEFD56BA-63A7-4A5F-8144-58D81D254658}" dt="2026-01-25T22:06:22.281" v="138"/>
          <ac:picMkLst>
            <pc:docMk/>
            <pc:sldMk cId="4214412146" sldId="260"/>
            <ac:picMk id="22" creationId="{44E214B9-9CFA-2E4C-F878-A9079457141B}"/>
          </ac:picMkLst>
        </pc:picChg>
        <pc:cxnChg chg="add del mod">
          <ac:chgData name="Thai Nguyen" userId="77dac2ef2b053cd4" providerId="LiveId" clId="{DEFD56BA-63A7-4A5F-8144-58D81D254658}" dt="2026-01-25T22:02:57.504" v="62" actId="478"/>
          <ac:cxnSpMkLst>
            <pc:docMk/>
            <pc:sldMk cId="4214412146" sldId="260"/>
            <ac:cxnSpMk id="3" creationId="{6EF8730E-1D17-6BCC-53D2-3A8780EC8AA4}"/>
          </ac:cxnSpMkLst>
        </pc:cxnChg>
        <pc:cxnChg chg="add mod">
          <ac:chgData name="Thai Nguyen" userId="77dac2ef2b053cd4" providerId="LiveId" clId="{DEFD56BA-63A7-4A5F-8144-58D81D254658}" dt="2026-01-25T22:03:08.528" v="64" actId="1076"/>
          <ac:cxnSpMkLst>
            <pc:docMk/>
            <pc:sldMk cId="4214412146" sldId="260"/>
            <ac:cxnSpMk id="6" creationId="{DE02479C-3EA8-677E-8FA0-C1C374D871B5}"/>
          </ac:cxnSpMkLst>
        </pc:cxnChg>
        <pc:cxnChg chg="add mod">
          <ac:chgData name="Thai Nguyen" userId="77dac2ef2b053cd4" providerId="LiveId" clId="{DEFD56BA-63A7-4A5F-8144-58D81D254658}" dt="2026-01-25T22:03:03.544" v="63" actId="1076"/>
          <ac:cxnSpMkLst>
            <pc:docMk/>
            <pc:sldMk cId="4214412146" sldId="260"/>
            <ac:cxnSpMk id="7" creationId="{D5F69BBC-1CCC-EE69-56C7-421E1D402CE4}"/>
          </ac:cxnSpMkLst>
        </pc:cxnChg>
      </pc:sldChg>
      <pc:sldChg chg="modSp add mod">
        <pc:chgData name="Thai Nguyen" userId="77dac2ef2b053cd4" providerId="LiveId" clId="{DEFD56BA-63A7-4A5F-8144-58D81D254658}" dt="2026-01-25T22:36:49.064" v="477" actId="20577"/>
        <pc:sldMkLst>
          <pc:docMk/>
          <pc:sldMk cId="3059594589" sldId="261"/>
        </pc:sldMkLst>
        <pc:spChg chg="mod">
          <ac:chgData name="Thai Nguyen" userId="77dac2ef2b053cd4" providerId="LiveId" clId="{DEFD56BA-63A7-4A5F-8144-58D81D254658}" dt="2026-01-25T22:34:01.009" v="461" actId="20577"/>
          <ac:spMkLst>
            <pc:docMk/>
            <pc:sldMk cId="3059594589" sldId="261"/>
            <ac:spMk id="2" creationId="{6F543D2A-0F6A-E06D-2EA5-EFCCAF413C09}"/>
          </ac:spMkLst>
        </pc:spChg>
        <pc:spChg chg="mod">
          <ac:chgData name="Thai Nguyen" userId="77dac2ef2b053cd4" providerId="LiveId" clId="{DEFD56BA-63A7-4A5F-8144-58D81D254658}" dt="2026-01-25T22:32:31.238" v="429" actId="20577"/>
          <ac:spMkLst>
            <pc:docMk/>
            <pc:sldMk cId="3059594589" sldId="261"/>
            <ac:spMk id="15" creationId="{A823E2C0-8309-30A8-3FEE-4B0C646B1757}"/>
          </ac:spMkLst>
        </pc:spChg>
        <pc:spChg chg="mod">
          <ac:chgData name="Thai Nguyen" userId="77dac2ef2b053cd4" providerId="LiveId" clId="{DEFD56BA-63A7-4A5F-8144-58D81D254658}" dt="2026-01-25T22:33:44.739" v="443" actId="20577"/>
          <ac:spMkLst>
            <pc:docMk/>
            <pc:sldMk cId="3059594589" sldId="261"/>
            <ac:spMk id="17" creationId="{BF5EA10A-99BF-4DD0-770A-1FD30DB00AA3}"/>
          </ac:spMkLst>
        </pc:spChg>
        <pc:spChg chg="mod">
          <ac:chgData name="Thai Nguyen" userId="77dac2ef2b053cd4" providerId="LiveId" clId="{DEFD56BA-63A7-4A5F-8144-58D81D254658}" dt="2026-01-25T22:09:02.462" v="159"/>
          <ac:spMkLst>
            <pc:docMk/>
            <pc:sldMk cId="3059594589" sldId="261"/>
            <ac:spMk id="18" creationId="{95CD3DFC-D436-50A1-54F9-F45576501239}"/>
          </ac:spMkLst>
        </pc:spChg>
        <pc:spChg chg="mod">
          <ac:chgData name="Thai Nguyen" userId="77dac2ef2b053cd4" providerId="LiveId" clId="{DEFD56BA-63A7-4A5F-8144-58D81D254658}" dt="2026-01-25T22:36:49.064" v="477" actId="20577"/>
          <ac:spMkLst>
            <pc:docMk/>
            <pc:sldMk cId="3059594589" sldId="261"/>
            <ac:spMk id="21" creationId="{88887F07-412D-A60B-3A38-E5514CDCE0CE}"/>
          </ac:spMkLst>
        </pc:spChg>
      </pc:sldChg>
      <pc:sldChg chg="modSp add del mod">
        <pc:chgData name="Thai Nguyen" userId="77dac2ef2b053cd4" providerId="LiveId" clId="{DEFD56BA-63A7-4A5F-8144-58D81D254658}" dt="2026-01-25T22:07:30.998" v="149" actId="2696"/>
        <pc:sldMkLst>
          <pc:docMk/>
          <pc:sldMk cId="4166512005" sldId="261"/>
        </pc:sldMkLst>
        <pc:spChg chg="mod">
          <ac:chgData name="Thai Nguyen" userId="77dac2ef2b053cd4" providerId="LiveId" clId="{DEFD56BA-63A7-4A5F-8144-58D81D254658}" dt="2026-01-25T22:07:00.901" v="146" actId="20577"/>
          <ac:spMkLst>
            <pc:docMk/>
            <pc:sldMk cId="4166512005" sldId="261"/>
            <ac:spMk id="2" creationId="{A442FB36-2FCC-F2D5-93C4-02F36577DE54}"/>
          </ac:spMkLst>
        </pc:spChg>
      </pc:sldChg>
      <pc:sldChg chg="modSp add mod ord">
        <pc:chgData name="Thai Nguyen" userId="77dac2ef2b053cd4" providerId="LiveId" clId="{DEFD56BA-63A7-4A5F-8144-58D81D254658}" dt="2026-01-25T22:10:23.379" v="177"/>
        <pc:sldMkLst>
          <pc:docMk/>
          <pc:sldMk cId="2454618086" sldId="262"/>
        </pc:sldMkLst>
        <pc:spChg chg="mod">
          <ac:chgData name="Thai Nguyen" userId="77dac2ef2b053cd4" providerId="LiveId" clId="{DEFD56BA-63A7-4A5F-8144-58D81D254658}" dt="2026-01-25T22:10:19.795" v="175" actId="1076"/>
          <ac:spMkLst>
            <pc:docMk/>
            <pc:sldMk cId="2454618086" sldId="262"/>
            <ac:spMk id="4" creationId="{9FE5F189-4E88-D0DD-BDDC-09D592B8741B}"/>
          </ac:spMkLst>
        </pc:spChg>
      </pc:sldChg>
      <pc:sldChg chg="addSp delSp modSp add mod ord modTransition">
        <pc:chgData name="Thai Nguyen" userId="77dac2ef2b053cd4" providerId="LiveId" clId="{DEFD56BA-63A7-4A5F-8144-58D81D254658}" dt="2026-01-25T22:57:52.607" v="606" actId="14100"/>
        <pc:sldMkLst>
          <pc:docMk/>
          <pc:sldMk cId="435094493" sldId="263"/>
        </pc:sldMkLst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2" creationId="{38FF035F-B482-857F-8E1F-E6E792D020D3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4" creationId="{6E25DDD2-7D79-0CEA-DD37-31E08496A968}"/>
          </ac:spMkLst>
        </pc:spChg>
        <pc:spChg chg="add del mod">
          <ac:chgData name="Thai Nguyen" userId="77dac2ef2b053cd4" providerId="LiveId" clId="{DEFD56BA-63A7-4A5F-8144-58D81D254658}" dt="2026-01-25T22:10:53.387" v="184" actId="478"/>
          <ac:spMkLst>
            <pc:docMk/>
            <pc:sldMk cId="435094493" sldId="263"/>
            <ac:spMk id="5" creationId="{D1BEF53B-2BE4-E1D9-B054-F476ED458B8C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8" creationId="{29511276-CE45-5B84-F9C1-6BB507BE62F6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9" creationId="{09470877-6B4C-360F-7EF8-8B1C448234A8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10" creationId="{5AF47326-2649-A0C5-9889-9F97C377CEC6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11" creationId="{5AEE921D-8893-236D-82AE-0599CBEE7B9B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12" creationId="{1B3D1E41-CED9-30CE-BDF0-AE47601743A7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17" creationId="{37C1D452-F7D5-0895-173A-2C7C4C195F2C}"/>
          </ac:spMkLst>
        </pc:spChg>
        <pc:spChg chg="add del">
          <ac:chgData name="Thai Nguyen" userId="77dac2ef2b053cd4" providerId="LiveId" clId="{DEFD56BA-63A7-4A5F-8144-58D81D254658}" dt="2026-01-25T22:11:10.279" v="185" actId="478"/>
          <ac:spMkLst>
            <pc:docMk/>
            <pc:sldMk cId="435094493" sldId="263"/>
            <ac:spMk id="18" creationId="{54BA1033-D567-6F84-14F7-0594ED8462CD}"/>
          </ac:spMkLst>
        </pc:spChg>
        <pc:spChg chg="add del mod">
          <ac:chgData name="Thai Nguyen" userId="77dac2ef2b053cd4" providerId="LiveId" clId="{DEFD56BA-63A7-4A5F-8144-58D81D254658}" dt="2026-01-25T22:11:12.616" v="186" actId="478"/>
          <ac:spMkLst>
            <pc:docMk/>
            <pc:sldMk cId="435094493" sldId="263"/>
            <ac:spMk id="23" creationId="{E680EBDB-6AC8-BE1A-6AB0-49AEB7200CDF}"/>
          </ac:spMkLst>
        </pc:spChg>
        <pc:spChg chg="add mod">
          <ac:chgData name="Thai Nguyen" userId="77dac2ef2b053cd4" providerId="LiveId" clId="{DEFD56BA-63A7-4A5F-8144-58D81D254658}" dt="2026-01-25T22:13:02.954" v="204" actId="1076"/>
          <ac:spMkLst>
            <pc:docMk/>
            <pc:sldMk cId="435094493" sldId="263"/>
            <ac:spMk id="24" creationId="{F7FF4E5A-F341-087A-9978-E900A26E2815}"/>
          </ac:spMkLst>
        </pc:spChg>
        <pc:spChg chg="add mod">
          <ac:chgData name="Thai Nguyen" userId="77dac2ef2b053cd4" providerId="LiveId" clId="{DEFD56BA-63A7-4A5F-8144-58D81D254658}" dt="2026-01-25T22:45:09.057" v="521" actId="20577"/>
          <ac:spMkLst>
            <pc:docMk/>
            <pc:sldMk cId="435094493" sldId="263"/>
            <ac:spMk id="25" creationId="{75BC7C7A-DA21-4031-353C-8F48D1C21B0E}"/>
          </ac:spMkLst>
        </pc:spChg>
        <pc:spChg chg="add mod ord">
          <ac:chgData name="Thai Nguyen" userId="77dac2ef2b053cd4" providerId="LiveId" clId="{DEFD56BA-63A7-4A5F-8144-58D81D254658}" dt="2026-01-25T22:57:49.858" v="605" actId="14100"/>
          <ac:spMkLst>
            <pc:docMk/>
            <pc:sldMk cId="435094493" sldId="263"/>
            <ac:spMk id="28" creationId="{9AAD8B02-6946-625C-3453-8745C4CA32C2}"/>
          </ac:spMkLst>
        </pc:spChg>
        <pc:spChg chg="add">
          <ac:chgData name="Thai Nguyen" userId="77dac2ef2b053cd4" providerId="LiveId" clId="{DEFD56BA-63A7-4A5F-8144-58D81D254658}" dt="2026-01-25T22:11:43.310" v="191" actId="26606"/>
          <ac:spMkLst>
            <pc:docMk/>
            <pc:sldMk cId="435094493" sldId="263"/>
            <ac:spMk id="32" creationId="{B937640E-EF7A-4A6C-A950-D12B7D5C923E}"/>
          </ac:spMkLst>
        </pc:spChg>
        <pc:spChg chg="add">
          <ac:chgData name="Thai Nguyen" userId="77dac2ef2b053cd4" providerId="LiveId" clId="{DEFD56BA-63A7-4A5F-8144-58D81D254658}" dt="2026-01-25T22:11:43.310" v="191" actId="26606"/>
          <ac:spMkLst>
            <pc:docMk/>
            <pc:sldMk cId="435094493" sldId="263"/>
            <ac:spMk id="34" creationId="{60E20617-5A38-4FAF-8FE0-B4C6A95F1D41}"/>
          </ac:spMkLst>
        </pc:spChg>
        <pc:spChg chg="add mod">
          <ac:chgData name="Thai Nguyen" userId="77dac2ef2b053cd4" providerId="LiveId" clId="{DEFD56BA-63A7-4A5F-8144-58D81D254658}" dt="2026-01-25T22:57:52.607" v="606" actId="14100"/>
          <ac:spMkLst>
            <pc:docMk/>
            <pc:sldMk cId="435094493" sldId="263"/>
            <ac:spMk id="35" creationId="{A5698479-BFAB-F9EA-DA80-B791C7A5A3B9}"/>
          </ac:spMkLst>
        </pc:spChg>
        <pc:spChg chg="add">
          <ac:chgData name="Thai Nguyen" userId="77dac2ef2b053cd4" providerId="LiveId" clId="{DEFD56BA-63A7-4A5F-8144-58D81D254658}" dt="2026-01-25T22:11:43.310" v="191" actId="26606"/>
          <ac:spMkLst>
            <pc:docMk/>
            <pc:sldMk cId="435094493" sldId="263"/>
            <ac:spMk id="36" creationId="{91E23747-C918-4EC5-811F-876AFAD747D1}"/>
          </ac:spMkLst>
        </pc:spChg>
        <pc:spChg chg="add mod">
          <ac:chgData name="Thai Nguyen" userId="77dac2ef2b053cd4" providerId="LiveId" clId="{DEFD56BA-63A7-4A5F-8144-58D81D254658}" dt="2026-01-25T22:50:29.167" v="569" actId="14100"/>
          <ac:spMkLst>
            <pc:docMk/>
            <pc:sldMk cId="435094493" sldId="263"/>
            <ac:spMk id="41" creationId="{5D4ACC68-8855-5154-B3BF-E75F0704DCD7}"/>
          </ac:spMkLst>
        </pc:spChg>
        <pc:picChg chg="ord">
          <ac:chgData name="Thai Nguyen" userId="77dac2ef2b053cd4" providerId="LiveId" clId="{DEFD56BA-63A7-4A5F-8144-58D81D254658}" dt="2026-01-25T22:11:43.310" v="191" actId="26606"/>
          <ac:picMkLst>
            <pc:docMk/>
            <pc:sldMk cId="435094493" sldId="263"/>
            <ac:picMk id="22" creationId="{8611CB7F-919A-94DC-2F72-115C4C41EEDC}"/>
          </ac:picMkLst>
        </pc:picChg>
        <pc:picChg chg="add del mod">
          <ac:chgData name="Thai Nguyen" userId="77dac2ef2b053cd4" providerId="LiveId" clId="{DEFD56BA-63A7-4A5F-8144-58D81D254658}" dt="2026-01-25T22:40:14.710" v="491" actId="478"/>
          <ac:picMkLst>
            <pc:docMk/>
            <pc:sldMk cId="435094493" sldId="263"/>
            <ac:picMk id="26" creationId="{11DE2EED-9D22-B3DA-3288-C1EC4B3DB5A5}"/>
          </ac:picMkLst>
        </pc:picChg>
        <pc:picChg chg="add del mod">
          <ac:chgData name="Thai Nguyen" userId="77dac2ef2b053cd4" providerId="LiveId" clId="{DEFD56BA-63A7-4A5F-8144-58D81D254658}" dt="2026-01-25T22:45:42.546" v="522" actId="478"/>
          <ac:picMkLst>
            <pc:docMk/>
            <pc:sldMk cId="435094493" sldId="263"/>
            <ac:picMk id="27" creationId="{E0DFA605-2062-54EE-CADD-186A080BB418}"/>
          </ac:picMkLst>
        </pc:picChg>
        <pc:picChg chg="add del mod">
          <ac:chgData name="Thai Nguyen" userId="77dac2ef2b053cd4" providerId="LiveId" clId="{DEFD56BA-63A7-4A5F-8144-58D81D254658}" dt="2026-01-25T22:37:50.665" v="480" actId="478"/>
          <ac:picMkLst>
            <pc:docMk/>
            <pc:sldMk cId="435094493" sldId="263"/>
            <ac:picMk id="30" creationId="{ABD55870-F7E4-8841-6092-2759E5E7AA95}"/>
          </ac:picMkLst>
        </pc:picChg>
        <pc:picChg chg="add mod">
          <ac:chgData name="Thai Nguyen" userId="77dac2ef2b053cd4" providerId="LiveId" clId="{DEFD56BA-63A7-4A5F-8144-58D81D254658}" dt="2026-01-25T22:41:41.904" v="499" actId="14100"/>
          <ac:picMkLst>
            <pc:docMk/>
            <pc:sldMk cId="435094493" sldId="263"/>
            <ac:picMk id="33" creationId="{B174ADA7-7CA9-DF5E-369C-45439C69E2C8}"/>
          </ac:picMkLst>
        </pc:picChg>
        <pc:picChg chg="add del mod">
          <ac:chgData name="Thai Nguyen" userId="77dac2ef2b053cd4" providerId="LiveId" clId="{DEFD56BA-63A7-4A5F-8144-58D81D254658}" dt="2026-01-25T22:44:45.286" v="504" actId="478"/>
          <ac:picMkLst>
            <pc:docMk/>
            <pc:sldMk cId="435094493" sldId="263"/>
            <ac:picMk id="38" creationId="{4A23CE60-903E-20A0-9B62-5428EA4BFB1A}"/>
          </ac:picMkLst>
        </pc:picChg>
        <pc:picChg chg="add mod">
          <ac:chgData name="Thai Nguyen" userId="77dac2ef2b053cd4" providerId="LiveId" clId="{DEFD56BA-63A7-4A5F-8144-58D81D254658}" dt="2026-01-25T22:50:20.732" v="567" actId="1076"/>
          <ac:picMkLst>
            <pc:docMk/>
            <pc:sldMk cId="435094493" sldId="263"/>
            <ac:picMk id="40" creationId="{CED132B0-9BBA-1934-94FF-7D0730280A7C}"/>
          </ac:picMkLst>
        </pc:picChg>
      </pc:sldChg>
      <pc:sldChg chg="addSp delSp modSp add mod">
        <pc:chgData name="Thai Nguyen" userId="77dac2ef2b053cd4" providerId="LiveId" clId="{DEFD56BA-63A7-4A5F-8144-58D81D254658}" dt="2026-01-25T22:57:15.254" v="604" actId="14100"/>
        <pc:sldMkLst>
          <pc:docMk/>
          <pc:sldMk cId="2057619454" sldId="264"/>
        </pc:sldMkLst>
        <pc:spChg chg="add mod">
          <ac:chgData name="Thai Nguyen" userId="77dac2ef2b053cd4" providerId="LiveId" clId="{DEFD56BA-63A7-4A5F-8144-58D81D254658}" dt="2026-01-25T22:56:55.304" v="603" actId="14100"/>
          <ac:spMkLst>
            <pc:docMk/>
            <pc:sldMk cId="2057619454" sldId="264"/>
            <ac:spMk id="12" creationId="{4A195C4D-FD06-7749-E59C-40DC43707B46}"/>
          </ac:spMkLst>
        </pc:spChg>
        <pc:spChg chg="add mod">
          <ac:chgData name="Thai Nguyen" userId="77dac2ef2b053cd4" providerId="LiveId" clId="{DEFD56BA-63A7-4A5F-8144-58D81D254658}" dt="2026-01-25T22:56:52.169" v="602"/>
          <ac:spMkLst>
            <pc:docMk/>
            <pc:sldMk cId="2057619454" sldId="264"/>
            <ac:spMk id="13" creationId="{81792CEB-ACB0-AEBC-0616-E9CBDBD7F956}"/>
          </ac:spMkLst>
        </pc:spChg>
        <pc:spChg chg="mod">
          <ac:chgData name="Thai Nguyen" userId="77dac2ef2b053cd4" providerId="LiveId" clId="{DEFD56BA-63A7-4A5F-8144-58D81D254658}" dt="2026-01-25T22:14:46.772" v="217" actId="27636"/>
          <ac:spMkLst>
            <pc:docMk/>
            <pc:sldMk cId="2057619454" sldId="264"/>
            <ac:spMk id="24" creationId="{01AEB752-0954-DD47-1500-3FA60EEB7896}"/>
          </ac:spMkLst>
        </pc:spChg>
        <pc:spChg chg="mod">
          <ac:chgData name="Thai Nguyen" userId="77dac2ef2b053cd4" providerId="LiveId" clId="{DEFD56BA-63A7-4A5F-8144-58D81D254658}" dt="2026-01-25T22:54:08.373" v="592" actId="20577"/>
          <ac:spMkLst>
            <pc:docMk/>
            <pc:sldMk cId="2057619454" sldId="264"/>
            <ac:spMk id="25" creationId="{77642605-F3F5-CA8E-4169-0D375D497D17}"/>
          </ac:spMkLst>
        </pc:spChg>
        <pc:spChg chg="mod ord">
          <ac:chgData name="Thai Nguyen" userId="77dac2ef2b053cd4" providerId="LiveId" clId="{DEFD56BA-63A7-4A5F-8144-58D81D254658}" dt="2026-01-25T22:57:15.254" v="604" actId="14100"/>
          <ac:spMkLst>
            <pc:docMk/>
            <pc:sldMk cId="2057619454" sldId="264"/>
            <ac:spMk id="28" creationId="{94019C91-7BD6-8AB5-6CD5-8661F4162400}"/>
          </ac:spMkLst>
        </pc:spChg>
        <pc:picChg chg="add del mod">
          <ac:chgData name="Thai Nguyen" userId="77dac2ef2b053cd4" providerId="LiveId" clId="{DEFD56BA-63A7-4A5F-8144-58D81D254658}" dt="2026-01-25T22:53:58.132" v="588" actId="478"/>
          <ac:picMkLst>
            <pc:docMk/>
            <pc:sldMk cId="2057619454" sldId="264"/>
            <ac:picMk id="2" creationId="{32BAA5AD-8B4D-C4F1-0D41-038035C22C87}"/>
          </ac:picMkLst>
        </pc:picChg>
        <pc:picChg chg="add del mod">
          <ac:chgData name="Thai Nguyen" userId="77dac2ef2b053cd4" providerId="LiveId" clId="{DEFD56BA-63A7-4A5F-8144-58D81D254658}" dt="2026-01-25T22:52:42.607" v="579" actId="478"/>
          <ac:picMkLst>
            <pc:docMk/>
            <pc:sldMk cId="2057619454" sldId="264"/>
            <ac:picMk id="3" creationId="{18D9C8EF-A091-EC89-2C40-4CE6BBB2AA60}"/>
          </ac:picMkLst>
        </pc:picChg>
        <pc:picChg chg="add del mod">
          <ac:chgData name="Thai Nguyen" userId="77dac2ef2b053cd4" providerId="LiveId" clId="{DEFD56BA-63A7-4A5F-8144-58D81D254658}" dt="2026-01-25T22:48:32.767" v="539" actId="478"/>
          <ac:picMkLst>
            <pc:docMk/>
            <pc:sldMk cId="2057619454" sldId="264"/>
            <ac:picMk id="5" creationId="{E7588332-61D7-B01B-ECC9-94AB916E9CBB}"/>
          </ac:picMkLst>
        </pc:picChg>
        <pc:picChg chg="add del mod ord">
          <ac:chgData name="Thai Nguyen" userId="77dac2ef2b053cd4" providerId="LiveId" clId="{DEFD56BA-63A7-4A5F-8144-58D81D254658}" dt="2026-01-25T22:50:39.685" v="570" actId="478"/>
          <ac:picMkLst>
            <pc:docMk/>
            <pc:sldMk cId="2057619454" sldId="264"/>
            <ac:picMk id="7" creationId="{A7196873-C5AC-C132-89E9-E4A273783BE9}"/>
          </ac:picMkLst>
        </pc:picChg>
        <pc:picChg chg="add mod">
          <ac:chgData name="Thai Nguyen" userId="77dac2ef2b053cd4" providerId="LiveId" clId="{DEFD56BA-63A7-4A5F-8144-58D81D254658}" dt="2026-01-25T22:53:51.157" v="586" actId="1076"/>
          <ac:picMkLst>
            <pc:docMk/>
            <pc:sldMk cId="2057619454" sldId="264"/>
            <ac:picMk id="9" creationId="{8E6E0F21-D4A8-44B6-8280-A7111DC02963}"/>
          </ac:picMkLst>
        </pc:picChg>
        <pc:picChg chg="add mod">
          <ac:chgData name="Thai Nguyen" userId="77dac2ef2b053cd4" providerId="LiveId" clId="{DEFD56BA-63A7-4A5F-8144-58D81D254658}" dt="2026-01-25T22:56:24.441" v="596" actId="1076"/>
          <ac:picMkLst>
            <pc:docMk/>
            <pc:sldMk cId="2057619454" sldId="264"/>
            <ac:picMk id="11" creationId="{860FD502-AAE4-BD0B-9B7B-5B2FBEF6D009}"/>
          </ac:picMkLst>
        </pc:picChg>
        <pc:picChg chg="del">
          <ac:chgData name="Thai Nguyen" userId="77dac2ef2b053cd4" providerId="LiveId" clId="{DEFD56BA-63A7-4A5F-8144-58D81D254658}" dt="2026-01-25T22:15:06.535" v="220" actId="478"/>
          <ac:picMkLst>
            <pc:docMk/>
            <pc:sldMk cId="2057619454" sldId="264"/>
            <ac:picMk id="26" creationId="{2AF5DDCF-2CFF-87E9-A4D1-8051BCE68E68}"/>
          </ac:picMkLst>
        </pc:picChg>
        <pc:picChg chg="del">
          <ac:chgData name="Thai Nguyen" userId="77dac2ef2b053cd4" providerId="LiveId" clId="{DEFD56BA-63A7-4A5F-8144-58D81D254658}" dt="2026-01-25T22:15:17.063" v="224" actId="478"/>
          <ac:picMkLst>
            <pc:docMk/>
            <pc:sldMk cId="2057619454" sldId="264"/>
            <ac:picMk id="27" creationId="{60B4ABB2-668E-FC3C-C865-7A4A6E9089A2}"/>
          </ac:picMkLst>
        </pc:picChg>
      </pc:sldChg>
      <pc:sldChg chg="addSp delSp modSp add mod">
        <pc:chgData name="Thai Nguyen" userId="77dac2ef2b053cd4" providerId="LiveId" clId="{DEFD56BA-63A7-4A5F-8144-58D81D254658}" dt="2026-01-25T23:04:30.017" v="657" actId="14100"/>
        <pc:sldMkLst>
          <pc:docMk/>
          <pc:sldMk cId="2011190791" sldId="265"/>
        </pc:sldMkLst>
        <pc:spChg chg="add mod">
          <ac:chgData name="Thai Nguyen" userId="77dac2ef2b053cd4" providerId="LiveId" clId="{DEFD56BA-63A7-4A5F-8144-58D81D254658}" dt="2026-01-25T22:16:18.465" v="237" actId="1076"/>
          <ac:spMkLst>
            <pc:docMk/>
            <pc:sldMk cId="2011190791" sldId="265"/>
            <ac:spMk id="5" creationId="{2F547E82-97C2-3269-63C1-32887A20F72B}"/>
          </ac:spMkLst>
        </pc:spChg>
        <pc:spChg chg="add mod">
          <ac:chgData name="Thai Nguyen" userId="77dac2ef2b053cd4" providerId="LiveId" clId="{DEFD56BA-63A7-4A5F-8144-58D81D254658}" dt="2026-01-25T23:04:30.017" v="657" actId="14100"/>
          <ac:spMkLst>
            <pc:docMk/>
            <pc:sldMk cId="2011190791" sldId="265"/>
            <ac:spMk id="13" creationId="{321AE8DD-B5A1-9BF4-395D-FA35CE8CED8F}"/>
          </ac:spMkLst>
        </pc:spChg>
        <pc:spChg chg="add mod">
          <ac:chgData name="Thai Nguyen" userId="77dac2ef2b053cd4" providerId="LiveId" clId="{DEFD56BA-63A7-4A5F-8144-58D81D254658}" dt="2026-01-25T23:04:23.690" v="655" actId="1076"/>
          <ac:spMkLst>
            <pc:docMk/>
            <pc:sldMk cId="2011190791" sldId="265"/>
            <ac:spMk id="14" creationId="{6FA9D899-6AC3-4833-0BA2-20663737B79A}"/>
          </ac:spMkLst>
        </pc:spChg>
        <pc:spChg chg="mod">
          <ac:chgData name="Thai Nguyen" userId="77dac2ef2b053cd4" providerId="LiveId" clId="{DEFD56BA-63A7-4A5F-8144-58D81D254658}" dt="2026-01-25T22:15:38.637" v="228"/>
          <ac:spMkLst>
            <pc:docMk/>
            <pc:sldMk cId="2011190791" sldId="265"/>
            <ac:spMk id="24" creationId="{A408ABED-7397-0DF6-D697-867C7D36746A}"/>
          </ac:spMkLst>
        </pc:spChg>
        <pc:spChg chg="mod">
          <ac:chgData name="Thai Nguyen" userId="77dac2ef2b053cd4" providerId="LiveId" clId="{DEFD56BA-63A7-4A5F-8144-58D81D254658}" dt="2026-01-25T23:02:26.634" v="641" actId="20577"/>
          <ac:spMkLst>
            <pc:docMk/>
            <pc:sldMk cId="2011190791" sldId="265"/>
            <ac:spMk id="25" creationId="{5E53FA66-EDB5-80CC-1483-139D7E59F1C1}"/>
          </ac:spMkLst>
        </pc:spChg>
        <pc:spChg chg="mod ord">
          <ac:chgData name="Thai Nguyen" userId="77dac2ef2b053cd4" providerId="LiveId" clId="{DEFD56BA-63A7-4A5F-8144-58D81D254658}" dt="2026-01-25T23:01:58.068" v="631" actId="14100"/>
          <ac:spMkLst>
            <pc:docMk/>
            <pc:sldMk cId="2011190791" sldId="265"/>
            <ac:spMk id="28" creationId="{6B84DF78-C1E8-4351-E486-4C62C2ACE45F}"/>
          </ac:spMkLst>
        </pc:spChg>
        <pc:picChg chg="del">
          <ac:chgData name="Thai Nguyen" userId="77dac2ef2b053cd4" providerId="LiveId" clId="{DEFD56BA-63A7-4A5F-8144-58D81D254658}" dt="2026-01-25T22:16:24.356" v="238" actId="478"/>
          <ac:picMkLst>
            <pc:docMk/>
            <pc:sldMk cId="2011190791" sldId="265"/>
            <ac:picMk id="2" creationId="{FCACB241-F9AB-06A2-6D3B-C91EE2755C32}"/>
          </ac:picMkLst>
        </pc:picChg>
        <pc:picChg chg="del">
          <ac:chgData name="Thai Nguyen" userId="77dac2ef2b053cd4" providerId="LiveId" clId="{DEFD56BA-63A7-4A5F-8144-58D81D254658}" dt="2026-01-25T22:16:29.418" v="241" actId="478"/>
          <ac:picMkLst>
            <pc:docMk/>
            <pc:sldMk cId="2011190791" sldId="265"/>
            <ac:picMk id="3" creationId="{D86DE27F-0BE9-25F1-EF4A-00E891F203AF}"/>
          </ac:picMkLst>
        </pc:picChg>
        <pc:picChg chg="add del mod">
          <ac:chgData name="Thai Nguyen" userId="77dac2ef2b053cd4" providerId="LiveId" clId="{DEFD56BA-63A7-4A5F-8144-58D81D254658}" dt="2026-01-25T22:59:06.976" v="608" actId="478"/>
          <ac:picMkLst>
            <pc:docMk/>
            <pc:sldMk cId="2011190791" sldId="265"/>
            <ac:picMk id="6" creationId="{60014E80-CBB4-1DE9-4890-A0646015FE16}"/>
          </ac:picMkLst>
        </pc:picChg>
        <pc:picChg chg="add mod">
          <ac:chgData name="Thai Nguyen" userId="77dac2ef2b053cd4" providerId="LiveId" clId="{DEFD56BA-63A7-4A5F-8144-58D81D254658}" dt="2026-01-25T22:16:29.728" v="242"/>
          <ac:picMkLst>
            <pc:docMk/>
            <pc:sldMk cId="2011190791" sldId="265"/>
            <ac:picMk id="7" creationId="{04B0D9F8-76E2-9097-958D-8ADA905248C4}"/>
          </ac:picMkLst>
        </pc:picChg>
        <pc:picChg chg="add del mod">
          <ac:chgData name="Thai Nguyen" userId="77dac2ef2b053cd4" providerId="LiveId" clId="{DEFD56BA-63A7-4A5F-8144-58D81D254658}" dt="2026-01-25T23:03:27.488" v="644" actId="478"/>
          <ac:picMkLst>
            <pc:docMk/>
            <pc:sldMk cId="2011190791" sldId="265"/>
            <ac:picMk id="8" creationId="{4A82FF8C-E519-A5C1-CE90-86B89CCAF8B4}"/>
          </ac:picMkLst>
        </pc:picChg>
        <pc:picChg chg="add mod ord">
          <ac:chgData name="Thai Nguyen" userId="77dac2ef2b053cd4" providerId="LiveId" clId="{DEFD56BA-63A7-4A5F-8144-58D81D254658}" dt="2026-01-25T23:01:41.308" v="628" actId="14100"/>
          <ac:picMkLst>
            <pc:docMk/>
            <pc:sldMk cId="2011190791" sldId="265"/>
            <ac:picMk id="10" creationId="{702BC988-6703-D616-B741-64C5EB1EA189}"/>
          </ac:picMkLst>
        </pc:picChg>
        <pc:picChg chg="add mod">
          <ac:chgData name="Thai Nguyen" userId="77dac2ef2b053cd4" providerId="LiveId" clId="{DEFD56BA-63A7-4A5F-8144-58D81D254658}" dt="2026-01-25T23:04:15.401" v="653" actId="14100"/>
          <ac:picMkLst>
            <pc:docMk/>
            <pc:sldMk cId="2011190791" sldId="265"/>
            <ac:picMk id="12" creationId="{A19E4196-4833-0DB9-0C18-8089A47F9263}"/>
          </ac:picMkLst>
        </pc:picChg>
      </pc:sldChg>
      <pc:sldChg chg="modSp add mod ord">
        <pc:chgData name="Thai Nguyen" userId="77dac2ef2b053cd4" providerId="LiveId" clId="{DEFD56BA-63A7-4A5F-8144-58D81D254658}" dt="2026-01-25T22:17:35.169" v="266" actId="1076"/>
        <pc:sldMkLst>
          <pc:docMk/>
          <pc:sldMk cId="922955655" sldId="266"/>
        </pc:sldMkLst>
        <pc:spChg chg="mod">
          <ac:chgData name="Thai Nguyen" userId="77dac2ef2b053cd4" providerId="LiveId" clId="{DEFD56BA-63A7-4A5F-8144-58D81D254658}" dt="2026-01-25T22:17:35.169" v="266" actId="1076"/>
          <ac:spMkLst>
            <pc:docMk/>
            <pc:sldMk cId="922955655" sldId="266"/>
            <ac:spMk id="4" creationId="{EAACEE3E-3321-49A4-5718-6D61BE445CAE}"/>
          </ac:spMkLst>
        </pc:spChg>
      </pc:sldChg>
      <pc:sldChg chg="addSp delSp modSp new mod setBg">
        <pc:chgData name="Thai Nguyen" userId="77dac2ef2b053cd4" providerId="LiveId" clId="{DEFD56BA-63A7-4A5F-8144-58D81D254658}" dt="2026-01-25T22:20:48.565" v="299" actId="14100"/>
        <pc:sldMkLst>
          <pc:docMk/>
          <pc:sldMk cId="2266090669" sldId="267"/>
        </pc:sldMkLst>
        <pc:spChg chg="del">
          <ac:chgData name="Thai Nguyen" userId="77dac2ef2b053cd4" providerId="LiveId" clId="{DEFD56BA-63A7-4A5F-8144-58D81D254658}" dt="2026-01-25T22:17:46.704" v="268" actId="478"/>
          <ac:spMkLst>
            <pc:docMk/>
            <pc:sldMk cId="2266090669" sldId="267"/>
            <ac:spMk id="2" creationId="{6C3F5FD7-ABF7-DD05-13D3-2A6CE92D04B9}"/>
          </ac:spMkLst>
        </pc:spChg>
        <pc:spChg chg="del">
          <ac:chgData name="Thai Nguyen" userId="77dac2ef2b053cd4" providerId="LiveId" clId="{DEFD56BA-63A7-4A5F-8144-58D81D254658}" dt="2026-01-25T22:17:48.200" v="269" actId="478"/>
          <ac:spMkLst>
            <pc:docMk/>
            <pc:sldMk cId="2266090669" sldId="267"/>
            <ac:spMk id="3" creationId="{6D602683-058E-9F63-56A0-2D7A753AA7DF}"/>
          </ac:spMkLst>
        </pc:spChg>
        <pc:spChg chg="add mod">
          <ac:chgData name="Thai Nguyen" userId="77dac2ef2b053cd4" providerId="LiveId" clId="{DEFD56BA-63A7-4A5F-8144-58D81D254658}" dt="2026-01-25T22:19:05.403" v="287" actId="14100"/>
          <ac:spMkLst>
            <pc:docMk/>
            <pc:sldMk cId="2266090669" sldId="267"/>
            <ac:spMk id="4" creationId="{00DCC819-0723-60E6-8C8D-616AEA80E241}"/>
          </ac:spMkLst>
        </pc:spChg>
        <pc:spChg chg="add mod">
          <ac:chgData name="Thai Nguyen" userId="77dac2ef2b053cd4" providerId="LiveId" clId="{DEFD56BA-63A7-4A5F-8144-58D81D254658}" dt="2026-01-25T22:17:55.838" v="272"/>
          <ac:spMkLst>
            <pc:docMk/>
            <pc:sldMk cId="2266090669" sldId="267"/>
            <ac:spMk id="5" creationId="{2D485D5D-32DC-D150-FBA6-EE3ABCF09572}"/>
          </ac:spMkLst>
        </pc:spChg>
        <pc:spChg chg="add mod">
          <ac:chgData name="Thai Nguyen" userId="77dac2ef2b053cd4" providerId="LiveId" clId="{DEFD56BA-63A7-4A5F-8144-58D81D254658}" dt="2026-01-25T22:20:18.216" v="296" actId="12"/>
          <ac:spMkLst>
            <pc:docMk/>
            <pc:sldMk cId="2266090669" sldId="267"/>
            <ac:spMk id="6" creationId="{0F453790-4817-857C-050D-98229AF74688}"/>
          </ac:spMkLst>
        </pc:spChg>
        <pc:spChg chg="add mod">
          <ac:chgData name="Thai Nguyen" userId="77dac2ef2b053cd4" providerId="LiveId" clId="{DEFD56BA-63A7-4A5F-8144-58D81D254658}" dt="2026-01-25T22:20:48.565" v="299" actId="14100"/>
          <ac:spMkLst>
            <pc:docMk/>
            <pc:sldMk cId="2266090669" sldId="267"/>
            <ac:spMk id="7" creationId="{9FC70B9A-4218-FE9B-466C-76F4A59DD618}"/>
          </ac:spMkLst>
        </pc:spChg>
        <pc:spChg chg="add">
          <ac:chgData name="Thai Nguyen" userId="77dac2ef2b053cd4" providerId="LiveId" clId="{DEFD56BA-63A7-4A5F-8144-58D81D254658}" dt="2026-01-25T22:18:31.763" v="280" actId="26606"/>
          <ac:spMkLst>
            <pc:docMk/>
            <pc:sldMk cId="2266090669" sldId="267"/>
            <ac:spMk id="13" creationId="{B937640E-EF7A-4A6C-A950-D12B7D5C923E}"/>
          </ac:spMkLst>
        </pc:spChg>
        <pc:spChg chg="add del">
          <ac:chgData name="Thai Nguyen" userId="77dac2ef2b053cd4" providerId="LiveId" clId="{DEFD56BA-63A7-4A5F-8144-58D81D254658}" dt="2026-01-25T22:18:31.747" v="279" actId="26606"/>
          <ac:spMkLst>
            <pc:docMk/>
            <pc:sldMk cId="2266090669" sldId="267"/>
            <ac:spMk id="15" creationId="{B937640E-EF7A-4A6C-A950-D12B7D5C923E}"/>
          </ac:spMkLst>
        </pc:spChg>
        <pc:spChg chg="add del">
          <ac:chgData name="Thai Nguyen" userId="77dac2ef2b053cd4" providerId="LiveId" clId="{DEFD56BA-63A7-4A5F-8144-58D81D254658}" dt="2026-01-25T22:18:31.747" v="279" actId="26606"/>
          <ac:spMkLst>
            <pc:docMk/>
            <pc:sldMk cId="2266090669" sldId="267"/>
            <ac:spMk id="17" creationId="{876BDF4D-4826-490A-8307-7247A295E282}"/>
          </ac:spMkLst>
        </pc:spChg>
        <pc:spChg chg="add del">
          <ac:chgData name="Thai Nguyen" userId="77dac2ef2b053cd4" providerId="LiveId" clId="{DEFD56BA-63A7-4A5F-8144-58D81D254658}" dt="2026-01-25T22:18:31.747" v="279" actId="26606"/>
          <ac:spMkLst>
            <pc:docMk/>
            <pc:sldMk cId="2266090669" sldId="267"/>
            <ac:spMk id="19" creationId="{2E0FF4CF-25CB-4537-9BBF-28B36C76BEED}"/>
          </ac:spMkLst>
        </pc:spChg>
        <pc:spChg chg="add">
          <ac:chgData name="Thai Nguyen" userId="77dac2ef2b053cd4" providerId="LiveId" clId="{DEFD56BA-63A7-4A5F-8144-58D81D254658}" dt="2026-01-25T22:18:31.763" v="280" actId="26606"/>
          <ac:spMkLst>
            <pc:docMk/>
            <pc:sldMk cId="2266090669" sldId="267"/>
            <ac:spMk id="21" creationId="{400B39A6-D628-4338-9D6E-995B6A739DAB}"/>
          </ac:spMkLst>
        </pc:spChg>
        <pc:spChg chg="add">
          <ac:chgData name="Thai Nguyen" userId="77dac2ef2b053cd4" providerId="LiveId" clId="{DEFD56BA-63A7-4A5F-8144-58D81D254658}" dt="2026-01-25T22:18:31.763" v="280" actId="26606"/>
          <ac:spMkLst>
            <pc:docMk/>
            <pc:sldMk cId="2266090669" sldId="267"/>
            <ac:spMk id="22" creationId="{C2EB82B4-D9A1-4145-93F1-004DC0B9BBDD}"/>
          </ac:spMkLst>
        </pc:spChg>
        <pc:picChg chg="add mod">
          <ac:chgData name="Thai Nguyen" userId="77dac2ef2b053cd4" providerId="LiveId" clId="{DEFD56BA-63A7-4A5F-8144-58D81D254658}" dt="2026-01-25T22:18:06.941" v="275"/>
          <ac:picMkLst>
            <pc:docMk/>
            <pc:sldMk cId="2266090669" sldId="267"/>
            <ac:picMk id="8" creationId="{6830A952-BE2F-A36D-49F2-5477F58CA612}"/>
          </ac:picMkLst>
        </pc:picChg>
        <pc:picChg chg="add del">
          <ac:chgData name="Thai Nguyen" userId="77dac2ef2b053cd4" providerId="LiveId" clId="{DEFD56BA-63A7-4A5F-8144-58D81D254658}" dt="2026-01-25T22:18:31.747" v="279" actId="26606"/>
          <ac:picMkLst>
            <pc:docMk/>
            <pc:sldMk cId="2266090669" sldId="267"/>
            <ac:picMk id="12" creationId="{DAF0B5CB-C6D7-2548-104D-7CC35D8734E9}"/>
          </ac:picMkLst>
        </pc:picChg>
      </pc:sldChg>
      <pc:sldChg chg="addSp delSp modSp add del mod">
        <pc:chgData name="Thai Nguyen" userId="77dac2ef2b053cd4" providerId="LiveId" clId="{DEFD56BA-63A7-4A5F-8144-58D81D254658}" dt="2026-01-25T22:22:16.802" v="321" actId="47"/>
        <pc:sldMkLst>
          <pc:docMk/>
          <pc:sldMk cId="2525297206" sldId="268"/>
        </pc:sldMkLst>
        <pc:spChg chg="add del mod">
          <ac:chgData name="Thai Nguyen" userId="77dac2ef2b053cd4" providerId="LiveId" clId="{DEFD56BA-63A7-4A5F-8144-58D81D254658}" dt="2026-01-25T22:21:13.749" v="302" actId="478"/>
          <ac:spMkLst>
            <pc:docMk/>
            <pc:sldMk cId="2525297206" sldId="268"/>
            <ac:spMk id="3" creationId="{43D6AB33-B8FF-98E1-1656-BFAE5787CFC6}"/>
          </ac:spMkLst>
        </pc:spChg>
        <pc:spChg chg="add del">
          <ac:chgData name="Thai Nguyen" userId="77dac2ef2b053cd4" providerId="LiveId" clId="{DEFD56BA-63A7-4A5F-8144-58D81D254658}" dt="2026-01-25T22:21:16.422" v="303" actId="478"/>
          <ac:spMkLst>
            <pc:docMk/>
            <pc:sldMk cId="2525297206" sldId="268"/>
            <ac:spMk id="4" creationId="{68DC713B-221F-3FD1-2FE6-BD4682D19536}"/>
          </ac:spMkLst>
        </pc:spChg>
        <pc:spChg chg="add del mod">
          <ac:chgData name="Thai Nguyen" userId="77dac2ef2b053cd4" providerId="LiveId" clId="{DEFD56BA-63A7-4A5F-8144-58D81D254658}" dt="2026-01-25T22:21:19.618" v="306" actId="478"/>
          <ac:spMkLst>
            <pc:docMk/>
            <pc:sldMk cId="2525297206" sldId="268"/>
            <ac:spMk id="6" creationId="{AE7CB292-EAA8-F0DE-FBA1-61E6ED910E16}"/>
          </ac:spMkLst>
        </pc:spChg>
        <pc:spChg chg="add del">
          <ac:chgData name="Thai Nguyen" userId="77dac2ef2b053cd4" providerId="LiveId" clId="{DEFD56BA-63A7-4A5F-8144-58D81D254658}" dt="2026-01-25T22:21:20.729" v="307" actId="478"/>
          <ac:spMkLst>
            <pc:docMk/>
            <pc:sldMk cId="2525297206" sldId="268"/>
            <ac:spMk id="7" creationId="{DF221FDE-F3FD-A05C-23EA-DC8848179D31}"/>
          </ac:spMkLst>
        </pc:spChg>
        <pc:spChg chg="add del mod">
          <ac:chgData name="Thai Nguyen" userId="77dac2ef2b053cd4" providerId="LiveId" clId="{DEFD56BA-63A7-4A5F-8144-58D81D254658}" dt="2026-01-25T22:21:18.068" v="304" actId="478"/>
          <ac:spMkLst>
            <pc:docMk/>
            <pc:sldMk cId="2525297206" sldId="268"/>
            <ac:spMk id="9" creationId="{3103D4FC-3807-FDE1-B057-828B39B8CD3D}"/>
          </ac:spMkLst>
        </pc:spChg>
        <pc:spChg chg="add mod">
          <ac:chgData name="Thai Nguyen" userId="77dac2ef2b053cd4" providerId="LiveId" clId="{DEFD56BA-63A7-4A5F-8144-58D81D254658}" dt="2026-01-25T22:22:10.992" v="319" actId="108"/>
          <ac:spMkLst>
            <pc:docMk/>
            <pc:sldMk cId="2525297206" sldId="268"/>
            <ac:spMk id="10" creationId="{C5D61A07-7E4A-95A0-523A-0920FC91347B}"/>
          </ac:spMkLst>
        </pc:spChg>
        <pc:spChg chg="add mod">
          <ac:chgData name="Thai Nguyen" userId="77dac2ef2b053cd4" providerId="LiveId" clId="{DEFD56BA-63A7-4A5F-8144-58D81D254658}" dt="2026-01-25T22:22:10.585" v="317" actId="1076"/>
          <ac:spMkLst>
            <pc:docMk/>
            <pc:sldMk cId="2525297206" sldId="268"/>
            <ac:spMk id="11" creationId="{5E79A004-5A85-6A20-E677-5EC3C5FAC1FD}"/>
          </ac:spMkLst>
        </pc:spChg>
        <pc:spChg chg="add del">
          <ac:chgData name="Thai Nguyen" userId="77dac2ef2b053cd4" providerId="LiveId" clId="{DEFD56BA-63A7-4A5F-8144-58D81D254658}" dt="2026-01-25T22:21:13.749" v="302" actId="478"/>
          <ac:spMkLst>
            <pc:docMk/>
            <pc:sldMk cId="2525297206" sldId="268"/>
            <ac:spMk id="13" creationId="{ABB55372-CC81-66B9-43F3-DA5392A2C4EA}"/>
          </ac:spMkLst>
        </pc:spChg>
        <pc:spChg chg="add del">
          <ac:chgData name="Thai Nguyen" userId="77dac2ef2b053cd4" providerId="LiveId" clId="{DEFD56BA-63A7-4A5F-8144-58D81D254658}" dt="2026-01-25T22:21:13.749" v="302" actId="478"/>
          <ac:spMkLst>
            <pc:docMk/>
            <pc:sldMk cId="2525297206" sldId="268"/>
            <ac:spMk id="21" creationId="{A07FC0A9-65F9-BC5E-3CEC-3C2C32124D03}"/>
          </ac:spMkLst>
        </pc:spChg>
        <pc:spChg chg="add del">
          <ac:chgData name="Thai Nguyen" userId="77dac2ef2b053cd4" providerId="LiveId" clId="{DEFD56BA-63A7-4A5F-8144-58D81D254658}" dt="2026-01-25T22:21:13.749" v="302" actId="478"/>
          <ac:spMkLst>
            <pc:docMk/>
            <pc:sldMk cId="2525297206" sldId="268"/>
            <ac:spMk id="22" creationId="{9831F6C0-2595-0E21-51AB-2EBC228BCBAE}"/>
          </ac:spMkLst>
        </pc:spChg>
        <pc:graphicFrameChg chg="add mod">
          <ac:chgData name="Thai Nguyen" userId="77dac2ef2b053cd4" providerId="LiveId" clId="{DEFD56BA-63A7-4A5F-8144-58D81D254658}" dt="2026-01-25T22:22:10.793" v="318" actId="1076"/>
          <ac:graphicFrameMkLst>
            <pc:docMk/>
            <pc:sldMk cId="2525297206" sldId="268"/>
            <ac:graphicFrameMk id="12" creationId="{DA5E54BC-C7E0-D7CE-7FCB-30C24EA1DE20}"/>
          </ac:graphicFrameMkLst>
        </pc:graphicFrameChg>
        <pc:picChg chg="add del">
          <ac:chgData name="Thai Nguyen" userId="77dac2ef2b053cd4" providerId="LiveId" clId="{DEFD56BA-63A7-4A5F-8144-58D81D254658}" dt="2026-01-25T22:21:13.749" v="302" actId="478"/>
          <ac:picMkLst>
            <pc:docMk/>
            <pc:sldMk cId="2525297206" sldId="268"/>
            <ac:picMk id="8" creationId="{E3362DCE-5F44-DD72-3F10-B08E6F77B45B}"/>
          </ac:picMkLst>
        </pc:picChg>
      </pc:sldChg>
      <pc:sldChg chg="addSp delSp modSp add mod">
        <pc:chgData name="Thai Nguyen" userId="77dac2ef2b053cd4" providerId="LiveId" clId="{DEFD56BA-63A7-4A5F-8144-58D81D254658}" dt="2026-01-25T22:23:34.707" v="335" actId="14734"/>
        <pc:sldMkLst>
          <pc:docMk/>
          <pc:sldMk cId="2757214193" sldId="269"/>
        </pc:sldMkLst>
        <pc:spChg chg="add mod">
          <ac:chgData name="Thai Nguyen" userId="77dac2ef2b053cd4" providerId="LiveId" clId="{DEFD56BA-63A7-4A5F-8144-58D81D254658}" dt="2026-01-25T22:23:07.670" v="332" actId="1076"/>
          <ac:spMkLst>
            <pc:docMk/>
            <pc:sldMk cId="2757214193" sldId="269"/>
            <ac:spMk id="3" creationId="{FB20E616-161C-B18C-55AE-064DE9F4AD65}"/>
          </ac:spMkLst>
        </pc:spChg>
        <pc:spChg chg="mod">
          <ac:chgData name="Thai Nguyen" userId="77dac2ef2b053cd4" providerId="LiveId" clId="{DEFD56BA-63A7-4A5F-8144-58D81D254658}" dt="2026-01-25T22:22:23.621" v="323" actId="27636"/>
          <ac:spMkLst>
            <pc:docMk/>
            <pc:sldMk cId="2757214193" sldId="269"/>
            <ac:spMk id="4" creationId="{078FD0AB-E69E-CF5E-30EA-57CD447C3C50}"/>
          </ac:spMkLst>
        </pc:spChg>
        <pc:spChg chg="del">
          <ac:chgData name="Thai Nguyen" userId="77dac2ef2b053cd4" providerId="LiveId" clId="{DEFD56BA-63A7-4A5F-8144-58D81D254658}" dt="2026-01-25T22:22:32.625" v="324" actId="478"/>
          <ac:spMkLst>
            <pc:docMk/>
            <pc:sldMk cId="2757214193" sldId="269"/>
            <ac:spMk id="6" creationId="{9158F936-A8CC-0D71-BF7F-E6220BF4A8F1}"/>
          </ac:spMkLst>
        </pc:spChg>
        <pc:spChg chg="del mod">
          <ac:chgData name="Thai Nguyen" userId="77dac2ef2b053cd4" providerId="LiveId" clId="{DEFD56BA-63A7-4A5F-8144-58D81D254658}" dt="2026-01-25T22:22:59.369" v="330" actId="478"/>
          <ac:spMkLst>
            <pc:docMk/>
            <pc:sldMk cId="2757214193" sldId="269"/>
            <ac:spMk id="7" creationId="{4C3823FB-3224-BAD8-FF7B-5049A0554D54}"/>
          </ac:spMkLst>
        </pc:spChg>
        <pc:graphicFrameChg chg="add mod modGraphic">
          <ac:chgData name="Thai Nguyen" userId="77dac2ef2b053cd4" providerId="LiveId" clId="{DEFD56BA-63A7-4A5F-8144-58D81D254658}" dt="2026-01-25T22:23:34.707" v="335" actId="14734"/>
          <ac:graphicFrameMkLst>
            <pc:docMk/>
            <pc:sldMk cId="2757214193" sldId="269"/>
            <ac:graphicFrameMk id="2" creationId="{23F790CC-57B5-9D40-BB97-20C56778B958}"/>
          </ac:graphicFrameMkLst>
        </pc:graphicFrameChg>
      </pc:sldChg>
      <pc:sldChg chg="modSp add mod ord">
        <pc:chgData name="Thai Nguyen" userId="77dac2ef2b053cd4" providerId="LiveId" clId="{DEFD56BA-63A7-4A5F-8144-58D81D254658}" dt="2026-01-25T22:24:46.392" v="374" actId="1076"/>
        <pc:sldMkLst>
          <pc:docMk/>
          <pc:sldMk cId="3398018493" sldId="270"/>
        </pc:sldMkLst>
        <pc:spChg chg="mod">
          <ac:chgData name="Thai Nguyen" userId="77dac2ef2b053cd4" providerId="LiveId" clId="{DEFD56BA-63A7-4A5F-8144-58D81D254658}" dt="2026-01-25T22:24:46.392" v="374" actId="1076"/>
          <ac:spMkLst>
            <pc:docMk/>
            <pc:sldMk cId="3398018493" sldId="270"/>
            <ac:spMk id="4" creationId="{CF3556E5-871A-2C9A-DF52-69B76FEF7F68}"/>
          </ac:spMkLst>
        </pc:spChg>
      </pc:sldChg>
      <pc:sldChg chg="modSp add mod">
        <pc:chgData name="Thai Nguyen" userId="77dac2ef2b053cd4" providerId="LiveId" clId="{DEFD56BA-63A7-4A5F-8144-58D81D254658}" dt="2026-01-25T22:24:31.887" v="372" actId="1076"/>
        <pc:sldMkLst>
          <pc:docMk/>
          <pc:sldMk cId="3413560885" sldId="271"/>
        </pc:sldMkLst>
        <pc:spChg chg="mod">
          <ac:chgData name="Thai Nguyen" userId="77dac2ef2b053cd4" providerId="LiveId" clId="{DEFD56BA-63A7-4A5F-8144-58D81D254658}" dt="2026-01-25T22:24:31.887" v="372" actId="1076"/>
          <ac:spMkLst>
            <pc:docMk/>
            <pc:sldMk cId="3413560885" sldId="271"/>
            <ac:spMk id="4" creationId="{E8CC9C21-FFE3-C3E7-7964-695151B946D3}"/>
          </ac:spMkLst>
        </pc:spChg>
      </pc:sldChg>
      <pc:sldChg chg="addSp delSp modSp add mod ord">
        <pc:chgData name="Thai Nguyen" userId="77dac2ef2b053cd4" providerId="LiveId" clId="{DEFD56BA-63A7-4A5F-8144-58D81D254658}" dt="2026-01-25T23:06:05.963" v="661" actId="20577"/>
        <pc:sldMkLst>
          <pc:docMk/>
          <pc:sldMk cId="862625571" sldId="272"/>
        </pc:sldMkLst>
        <pc:spChg chg="del">
          <ac:chgData name="Thai Nguyen" userId="77dac2ef2b053cd4" providerId="LiveId" clId="{DEFD56BA-63A7-4A5F-8144-58D81D254658}" dt="2026-01-25T22:25:38.832" v="382" actId="478"/>
          <ac:spMkLst>
            <pc:docMk/>
            <pc:sldMk cId="862625571" sldId="272"/>
            <ac:spMk id="3" creationId="{B7CBF406-062B-9B0B-174A-03F2C0AEA30E}"/>
          </ac:spMkLst>
        </pc:spChg>
        <pc:spChg chg="mod">
          <ac:chgData name="Thai Nguyen" userId="77dac2ef2b053cd4" providerId="LiveId" clId="{DEFD56BA-63A7-4A5F-8144-58D81D254658}" dt="2026-01-25T22:25:33.969" v="381" actId="14100"/>
          <ac:spMkLst>
            <pc:docMk/>
            <pc:sldMk cId="862625571" sldId="272"/>
            <ac:spMk id="4" creationId="{8310DA9D-D090-491E-50DF-A1E8DCCD707B}"/>
          </ac:spMkLst>
        </pc:spChg>
        <pc:spChg chg="add mod">
          <ac:chgData name="Thai Nguyen" userId="77dac2ef2b053cd4" providerId="LiveId" clId="{DEFD56BA-63A7-4A5F-8144-58D81D254658}" dt="2026-01-25T23:06:05.963" v="661" actId="20577"/>
          <ac:spMkLst>
            <pc:docMk/>
            <pc:sldMk cId="862625571" sldId="272"/>
            <ac:spMk id="5" creationId="{79156BB4-D322-A044-300B-F16E906FF73F}"/>
          </ac:spMkLst>
        </pc:spChg>
        <pc:graphicFrameChg chg="del">
          <ac:chgData name="Thai Nguyen" userId="77dac2ef2b053cd4" providerId="LiveId" clId="{DEFD56BA-63A7-4A5F-8144-58D81D254658}" dt="2026-01-25T22:25:40.108" v="383" actId="478"/>
          <ac:graphicFrameMkLst>
            <pc:docMk/>
            <pc:sldMk cId="862625571" sldId="272"/>
            <ac:graphicFrameMk id="2" creationId="{5DA2E7F7-87EE-D68A-F944-8CEBB043E385}"/>
          </ac:graphicFrameMkLst>
        </pc:graphicFrameChg>
      </pc:sldChg>
      <pc:sldChg chg="addSp delSp modSp add mod">
        <pc:chgData name="Thai Nguyen" userId="77dac2ef2b053cd4" providerId="LiveId" clId="{DEFD56BA-63A7-4A5F-8144-58D81D254658}" dt="2026-01-25T23:11:10.750" v="665" actId="1076"/>
        <pc:sldMkLst>
          <pc:docMk/>
          <pc:sldMk cId="3155209948" sldId="273"/>
        </pc:sldMkLst>
        <pc:spChg chg="add mod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2" creationId="{504613C8-91F2-3184-5F12-1EAB75F3D753}"/>
          </ac:spMkLst>
        </pc:spChg>
        <pc:spChg chg="mod">
          <ac:chgData name="Thai Nguyen" userId="77dac2ef2b053cd4" providerId="LiveId" clId="{DEFD56BA-63A7-4A5F-8144-58D81D254658}" dt="2026-01-25T22:28:48.037" v="415" actId="14100"/>
          <ac:spMkLst>
            <pc:docMk/>
            <pc:sldMk cId="3155209948" sldId="273"/>
            <ac:spMk id="4" creationId="{95BAA85F-34BE-68BD-FA8A-4775309A8F84}"/>
          </ac:spMkLst>
        </pc:spChg>
        <pc:spChg chg="del">
          <ac:chgData name="Thai Nguyen" userId="77dac2ef2b053cd4" providerId="LiveId" clId="{DEFD56BA-63A7-4A5F-8144-58D81D254658}" dt="2026-01-25T22:26:16.138" v="390" actId="478"/>
          <ac:spMkLst>
            <pc:docMk/>
            <pc:sldMk cId="3155209948" sldId="273"/>
            <ac:spMk id="5" creationId="{A26C429F-9515-E845-3884-C6450B8E3265}"/>
          </ac:spMkLst>
        </pc:spChg>
        <pc:spChg chg="del">
          <ac:chgData name="Thai Nguyen" userId="77dac2ef2b053cd4" providerId="LiveId" clId="{DEFD56BA-63A7-4A5F-8144-58D81D254658}" dt="2026-01-25T22:26:35.919" v="395" actId="26606"/>
          <ac:spMkLst>
            <pc:docMk/>
            <pc:sldMk cId="3155209948" sldId="273"/>
            <ac:spMk id="13" creationId="{C9AA0911-747A-E2FA-9F8D-B6EA3751278A}"/>
          </ac:spMkLst>
        </pc:spChg>
        <pc:spChg chg="del">
          <ac:chgData name="Thai Nguyen" userId="77dac2ef2b053cd4" providerId="LiveId" clId="{DEFD56BA-63A7-4A5F-8144-58D81D254658}" dt="2026-01-25T22:26:35.919" v="395" actId="26606"/>
          <ac:spMkLst>
            <pc:docMk/>
            <pc:sldMk cId="3155209948" sldId="273"/>
            <ac:spMk id="21" creationId="{B019C0E2-A119-B979-ABD3-A3545BBC48AE}"/>
          </ac:spMkLst>
        </pc:spChg>
        <pc:spChg chg="del">
          <ac:chgData name="Thai Nguyen" userId="77dac2ef2b053cd4" providerId="LiveId" clId="{DEFD56BA-63A7-4A5F-8144-58D81D254658}" dt="2026-01-25T22:26:35.919" v="395" actId="26606"/>
          <ac:spMkLst>
            <pc:docMk/>
            <pc:sldMk cId="3155209948" sldId="273"/>
            <ac:spMk id="22" creationId="{06CA79EC-84AD-40E9-3489-068E013C1FED}"/>
          </ac:spMkLst>
        </pc:spChg>
        <pc:spChg chg="add del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27" creationId="{042E603F-28B7-4831-BF23-65FBAB13D5FB}"/>
          </ac:spMkLst>
        </pc:spChg>
        <pc:spChg chg="add del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29" creationId="{4D39700F-2B10-4402-A7DD-06EE2245880D}"/>
          </ac:spMkLst>
        </pc:spChg>
        <pc:spChg chg="add del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31" creationId="{31BC8F63-97F8-423D-89DA-297A1A408EF8}"/>
          </ac:spMkLst>
        </pc:spChg>
        <pc:spChg chg="add del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33" creationId="{3BBAB87D-2851-4F58-8AE4-FCF1D7413598}"/>
          </ac:spMkLst>
        </pc:spChg>
        <pc:spChg chg="add del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35" creationId="{396CFDFE-8E78-4E0B-8719-596F3ACB92F6}"/>
          </ac:spMkLst>
        </pc:spChg>
        <pc:spChg chg="add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40" creationId="{B937640E-EF7A-4A6C-A950-D12B7D5C923E}"/>
          </ac:spMkLst>
        </pc:spChg>
        <pc:spChg chg="add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42" creationId="{37C48F90-AFD5-4232-AE7D-27B956BF7EC5}"/>
          </ac:spMkLst>
        </pc:spChg>
        <pc:spChg chg="add">
          <ac:chgData name="Thai Nguyen" userId="77dac2ef2b053cd4" providerId="LiveId" clId="{DEFD56BA-63A7-4A5F-8144-58D81D254658}" dt="2026-01-25T22:28:21.131" v="411" actId="26606"/>
          <ac:spMkLst>
            <pc:docMk/>
            <pc:sldMk cId="3155209948" sldId="273"/>
            <ac:spMk id="44" creationId="{73C96EE1-9524-4300-BFAC-56AA55EB495C}"/>
          </ac:spMkLst>
        </pc:spChg>
        <pc:picChg chg="add del mod">
          <ac:chgData name="Thai Nguyen" userId="77dac2ef2b053cd4" providerId="LiveId" clId="{DEFD56BA-63A7-4A5F-8144-58D81D254658}" dt="2026-01-25T23:11:03.542" v="662" actId="478"/>
          <ac:picMkLst>
            <pc:docMk/>
            <pc:sldMk cId="3155209948" sldId="273"/>
            <ac:picMk id="3" creationId="{37B48555-ABE7-8D88-4960-59B766F01ACE}"/>
          </ac:picMkLst>
        </pc:picChg>
        <pc:picChg chg="add mod">
          <ac:chgData name="Thai Nguyen" userId="77dac2ef2b053cd4" providerId="LiveId" clId="{DEFD56BA-63A7-4A5F-8144-58D81D254658}" dt="2026-01-25T23:11:10.750" v="665" actId="1076"/>
          <ac:picMkLst>
            <pc:docMk/>
            <pc:sldMk cId="3155209948" sldId="273"/>
            <ac:picMk id="7" creationId="{565205B2-3BD0-13B2-E2BB-8E946EA66C4A}"/>
          </ac:picMkLst>
        </pc:picChg>
      </pc:sldChg>
      <pc:sldChg chg="addSp delSp modSp add mod">
        <pc:chgData name="Thai Nguyen" userId="77dac2ef2b053cd4" providerId="LiveId" clId="{DEFD56BA-63A7-4A5F-8144-58D81D254658}" dt="2026-01-25T23:19:08.402" v="670" actId="1076"/>
        <pc:sldMkLst>
          <pc:docMk/>
          <pc:sldMk cId="1985486234" sldId="274"/>
        </pc:sldMkLst>
        <pc:spChg chg="mod">
          <ac:chgData name="Thai Nguyen" userId="77dac2ef2b053cd4" providerId="LiveId" clId="{DEFD56BA-63A7-4A5F-8144-58D81D254658}" dt="2026-01-25T22:29:28.028" v="423" actId="1076"/>
          <ac:spMkLst>
            <pc:docMk/>
            <pc:sldMk cId="1985486234" sldId="274"/>
            <ac:spMk id="2" creationId="{59377854-8450-8BFB-240F-7A62F6CAB187}"/>
          </ac:spMkLst>
        </pc:spChg>
        <pc:spChg chg="mod">
          <ac:chgData name="Thai Nguyen" userId="77dac2ef2b053cd4" providerId="LiveId" clId="{DEFD56BA-63A7-4A5F-8144-58D81D254658}" dt="2026-01-25T22:29:08.509" v="421" actId="108"/>
          <ac:spMkLst>
            <pc:docMk/>
            <pc:sldMk cId="1985486234" sldId="274"/>
            <ac:spMk id="4" creationId="{EF82985D-0561-3AB4-ADB1-1B09C7FBB6C0}"/>
          </ac:spMkLst>
        </pc:spChg>
        <pc:spChg chg="add del">
          <ac:chgData name="Thai Nguyen" userId="77dac2ef2b053cd4" providerId="LiveId" clId="{DEFD56BA-63A7-4A5F-8144-58D81D254658}" dt="2026-01-25T22:29:04.991" v="420" actId="22"/>
          <ac:spMkLst>
            <pc:docMk/>
            <pc:sldMk cId="1985486234" sldId="274"/>
            <ac:spMk id="7" creationId="{3F4E90C1-7938-D1D2-2E4A-FA11BD6F3E14}"/>
          </ac:spMkLst>
        </pc:spChg>
        <pc:spChg chg="del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27" creationId="{E1AE5F0A-D77D-F9A1-10AE-8F969E2DDADA}"/>
          </ac:spMkLst>
        </pc:spChg>
        <pc:spChg chg="del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29" creationId="{FCC37C05-6E80-F6D9-0F7C-4DC35C3935F1}"/>
          </ac:spMkLst>
        </pc:spChg>
        <pc:spChg chg="del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31" creationId="{3B4D73E2-59C9-5BEA-8AB8-A68655A4E44A}"/>
          </ac:spMkLst>
        </pc:spChg>
        <pc:spChg chg="del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33" creationId="{4FFAE1B0-30AC-1849-FB68-EDDF6D55ADE3}"/>
          </ac:spMkLst>
        </pc:spChg>
        <pc:spChg chg="del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35" creationId="{694489BF-52F0-27C2-C0C7-B8966F92A352}"/>
          </ac:spMkLst>
        </pc:spChg>
        <pc:spChg chg="add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40" creationId="{B937640E-EF7A-4A6C-A950-D12B7D5C923E}"/>
          </ac:spMkLst>
        </pc:spChg>
        <pc:spChg chg="add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42" creationId="{37C48F90-AFD5-4232-AE7D-27B956BF7EC5}"/>
          </ac:spMkLst>
        </pc:spChg>
        <pc:spChg chg="add">
          <ac:chgData name="Thai Nguyen" userId="77dac2ef2b053cd4" providerId="LiveId" clId="{DEFD56BA-63A7-4A5F-8144-58D81D254658}" dt="2026-01-25T22:28:11.419" v="410" actId="26606"/>
          <ac:spMkLst>
            <pc:docMk/>
            <pc:sldMk cId="1985486234" sldId="274"/>
            <ac:spMk id="44" creationId="{73C96EE1-9524-4300-BFAC-56AA55EB495C}"/>
          </ac:spMkLst>
        </pc:spChg>
        <pc:picChg chg="del">
          <ac:chgData name="Thai Nguyen" userId="77dac2ef2b053cd4" providerId="LiveId" clId="{DEFD56BA-63A7-4A5F-8144-58D81D254658}" dt="2026-01-25T22:28:03.001" v="407" actId="478"/>
          <ac:picMkLst>
            <pc:docMk/>
            <pc:sldMk cId="1985486234" sldId="274"/>
            <ac:picMk id="3" creationId="{5DF234DB-8F13-3C74-23C7-9FD148F9DABE}"/>
          </ac:picMkLst>
        </pc:picChg>
        <pc:picChg chg="add del mod">
          <ac:chgData name="Thai Nguyen" userId="77dac2ef2b053cd4" providerId="LiveId" clId="{DEFD56BA-63A7-4A5F-8144-58D81D254658}" dt="2026-01-25T23:18:54.433" v="666" actId="478"/>
          <ac:picMkLst>
            <pc:docMk/>
            <pc:sldMk cId="1985486234" sldId="274"/>
            <ac:picMk id="5" creationId="{8DBBC4E5-0E4A-0914-ADBC-DE66E404AA02}"/>
          </ac:picMkLst>
        </pc:picChg>
        <pc:picChg chg="add mod">
          <ac:chgData name="Thai Nguyen" userId="77dac2ef2b053cd4" providerId="LiveId" clId="{DEFD56BA-63A7-4A5F-8144-58D81D254658}" dt="2026-01-25T23:19:08.402" v="670" actId="1076"/>
          <ac:picMkLst>
            <pc:docMk/>
            <pc:sldMk cId="1985486234" sldId="274"/>
            <ac:picMk id="10" creationId="{8726A033-DA4B-FDB8-70FC-DB71740DC05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4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1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8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1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1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0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7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8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thai.nguyen4738/viz/carebridge_health_marketing_claims/carebridge_dashboar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thai.nguyen4738/viz/carebridge_health_marketing_claims/carebridge_dashboar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D7807-A4C7-F35B-8F16-2EA1B44E1A1E}"/>
              </a:ext>
            </a:extLst>
          </p:cNvPr>
          <p:cNvSpPr txBox="1"/>
          <p:nvPr/>
        </p:nvSpPr>
        <p:spPr>
          <a:xfrm>
            <a:off x="609600" y="552782"/>
            <a:ext cx="5369169" cy="15919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1C9995"/>
                </a:solidFill>
                <a:latin typeface="+mj-lt"/>
                <a:ea typeface="+mj-ea"/>
                <a:cs typeface="+mj-cs"/>
              </a:rPr>
              <a:t>CareBridge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dirty="0">
                <a:solidFill>
                  <a:srgbClr val="1C9995"/>
                </a:solidFill>
                <a:latin typeface="+mj-lt"/>
                <a:ea typeface="+mj-ea"/>
                <a:cs typeface="+mj-cs"/>
              </a:rPr>
              <a:t>Health</a:t>
            </a:r>
          </a:p>
        </p:txBody>
      </p:sp>
      <p:sp>
        <p:nvSpPr>
          <p:cNvPr id="7" name="Google Shape;200;p1">
            <a:extLst>
              <a:ext uri="{FF2B5EF4-FFF2-40B4-BE49-F238E27FC236}">
                <a16:creationId xmlns:a16="http://schemas.microsoft.com/office/drawing/2014/main" id="{CE1E4868-FE1E-7E8E-3D71-7B2EBF09A166}"/>
              </a:ext>
            </a:extLst>
          </p:cNvPr>
          <p:cNvSpPr txBox="1"/>
          <p:nvPr/>
        </p:nvSpPr>
        <p:spPr>
          <a:xfrm>
            <a:off x="610198" y="2391995"/>
            <a:ext cx="5355276" cy="317478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marR="0" lvl="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ts val="1300"/>
            </a:pPr>
            <a:r>
              <a:rPr lang="en-US" b="1" i="0" u="none" strike="noStrike" cap="none" dirty="0">
                <a:sym typeface="Helvetica Neue"/>
              </a:rPr>
              <a:t>Marketing Insights &amp; Recommendations</a:t>
            </a:r>
          </a:p>
          <a:p>
            <a:pPr marL="0" marR="0" lvl="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ts val="1200"/>
            </a:pPr>
            <a:r>
              <a:rPr lang="en-US" b="0" i="0" u="none" strike="noStrike" cap="none" dirty="0">
                <a:sym typeface="Helvetica Neue"/>
              </a:rPr>
              <a:t>Campaign Performance</a:t>
            </a:r>
          </a:p>
          <a:p>
            <a:pPr marL="0" marR="0" lvl="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SzPts val="1200"/>
            </a:pPr>
            <a:r>
              <a:rPr lang="en-US" b="0" i="0" u="none" strike="noStrike" cap="none" dirty="0">
                <a:sym typeface="Helvetica Neue"/>
              </a:rPr>
              <a:t>Thai Nguyen - </a:t>
            </a:r>
            <a:r>
              <a:rPr lang="en-US" dirty="0">
                <a:sym typeface="Helvetica Neue"/>
              </a:rPr>
              <a:t>Data Team</a:t>
            </a:r>
            <a:endParaRPr lang="en-US" b="0" i="0" u="none" strike="noStrike" cap="none" dirty="0">
              <a:sym typeface="Helvetica Neu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DAD75E-0AED-08FD-4D6E-D7BFC87F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92"/>
          <a:stretch>
            <a:fillRect/>
          </a:stretch>
        </p:blipFill>
        <p:spPr>
          <a:xfrm>
            <a:off x="6364448" y="10"/>
            <a:ext cx="5827552" cy="6857990"/>
          </a:xfrm>
          <a:custGeom>
            <a:avLst/>
            <a:gdLst/>
            <a:ahLst/>
            <a:cxnLst/>
            <a:rect l="l" t="t" r="r" b="b"/>
            <a:pathLst>
              <a:path w="5827552" h="6858000">
                <a:moveTo>
                  <a:pt x="391440" y="4232571"/>
                </a:moveTo>
                <a:cubicBezTo>
                  <a:pt x="581049" y="4232571"/>
                  <a:pt x="734757" y="4386279"/>
                  <a:pt x="734757" y="4575888"/>
                </a:cubicBezTo>
                <a:cubicBezTo>
                  <a:pt x="734757" y="4765497"/>
                  <a:pt x="581049" y="4919205"/>
                  <a:pt x="391440" y="4919205"/>
                </a:cubicBezTo>
                <a:cubicBezTo>
                  <a:pt x="201831" y="4919205"/>
                  <a:pt x="48123" y="4765497"/>
                  <a:pt x="48123" y="4575888"/>
                </a:cubicBezTo>
                <a:cubicBezTo>
                  <a:pt x="48123" y="4386279"/>
                  <a:pt x="201831" y="4232571"/>
                  <a:pt x="391440" y="4232571"/>
                </a:cubicBezTo>
                <a:close/>
                <a:moveTo>
                  <a:pt x="247368" y="1806694"/>
                </a:moveTo>
                <a:cubicBezTo>
                  <a:pt x="383986" y="1806694"/>
                  <a:pt x="494736" y="1917444"/>
                  <a:pt x="494736" y="2054062"/>
                </a:cubicBezTo>
                <a:cubicBezTo>
                  <a:pt x="494736" y="2190680"/>
                  <a:pt x="383986" y="2301430"/>
                  <a:pt x="247368" y="2301430"/>
                </a:cubicBezTo>
                <a:cubicBezTo>
                  <a:pt x="110750" y="2301430"/>
                  <a:pt x="0" y="2190680"/>
                  <a:pt x="0" y="2054062"/>
                </a:cubicBezTo>
                <a:cubicBezTo>
                  <a:pt x="0" y="1917444"/>
                  <a:pt x="110750" y="1806694"/>
                  <a:pt x="247368" y="1806694"/>
                </a:cubicBezTo>
                <a:close/>
                <a:moveTo>
                  <a:pt x="247369" y="1294715"/>
                </a:moveTo>
                <a:cubicBezTo>
                  <a:pt x="326938" y="1294715"/>
                  <a:pt x="391441" y="1359218"/>
                  <a:pt x="391441" y="1438787"/>
                </a:cubicBezTo>
                <a:cubicBezTo>
                  <a:pt x="391441" y="1518356"/>
                  <a:pt x="326938" y="1582859"/>
                  <a:pt x="247369" y="1582859"/>
                </a:cubicBezTo>
                <a:cubicBezTo>
                  <a:pt x="167800" y="1582859"/>
                  <a:pt x="103297" y="1518356"/>
                  <a:pt x="103297" y="1438787"/>
                </a:cubicBezTo>
                <a:cubicBezTo>
                  <a:pt x="103297" y="1359218"/>
                  <a:pt x="167800" y="1294715"/>
                  <a:pt x="247369" y="1294715"/>
                </a:cubicBezTo>
                <a:close/>
                <a:moveTo>
                  <a:pt x="480671" y="0"/>
                </a:moveTo>
                <a:lnTo>
                  <a:pt x="5827552" y="0"/>
                </a:lnTo>
                <a:lnTo>
                  <a:pt x="5827552" y="6858000"/>
                </a:lnTo>
                <a:lnTo>
                  <a:pt x="5825818" y="6858000"/>
                </a:lnTo>
                <a:lnTo>
                  <a:pt x="236731" y="6858000"/>
                </a:lnTo>
                <a:lnTo>
                  <a:pt x="225831" y="6841105"/>
                </a:lnTo>
                <a:cubicBezTo>
                  <a:pt x="35993" y="6490332"/>
                  <a:pt x="58970" y="6027176"/>
                  <a:pt x="314550" y="5720066"/>
                </a:cubicBezTo>
                <a:cubicBezTo>
                  <a:pt x="1530043" y="4259025"/>
                  <a:pt x="615593" y="4079388"/>
                  <a:pt x="503588" y="3464278"/>
                </a:cubicBezTo>
                <a:cubicBezTo>
                  <a:pt x="330606" y="2514465"/>
                  <a:pt x="722867" y="2276432"/>
                  <a:pt x="675681" y="1809180"/>
                </a:cubicBezTo>
                <a:cubicBezTo>
                  <a:pt x="624359" y="1301070"/>
                  <a:pt x="219491" y="1102027"/>
                  <a:pt x="245003" y="646882"/>
                </a:cubicBezTo>
                <a:cubicBezTo>
                  <a:pt x="249830" y="424885"/>
                  <a:pt x="318025" y="228632"/>
                  <a:pt x="431196" y="64140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F6E24C-EBEA-F085-7D82-0D30CE67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2">
            <a:extLst>
              <a:ext uri="{FF2B5EF4-FFF2-40B4-BE49-F238E27FC236}">
                <a16:creationId xmlns:a16="http://schemas.microsoft.com/office/drawing/2014/main" id="{DA480CE5-D8BB-1123-C318-EA273C9A7D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573867"/>
            <a:ext cx="51900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b="1" dirty="0">
                <a:solidFill>
                  <a:srgbClr val="1C9995"/>
                </a:solidFill>
              </a:rPr>
              <a:t>Table of Contents</a:t>
            </a:r>
            <a:endParaRPr b="1" dirty="0">
              <a:solidFill>
                <a:srgbClr val="1C9995"/>
              </a:solidFill>
            </a:endParaRPr>
          </a:p>
        </p:txBody>
      </p:sp>
      <p:sp>
        <p:nvSpPr>
          <p:cNvPr id="5" name="Google Shape;207;p2">
            <a:extLst>
              <a:ext uri="{FF2B5EF4-FFF2-40B4-BE49-F238E27FC236}">
                <a16:creationId xmlns:a16="http://schemas.microsoft.com/office/drawing/2014/main" id="{E490F01F-9EDD-0DB5-C6AE-B2A685D65620}"/>
              </a:ext>
            </a:extLst>
          </p:cNvPr>
          <p:cNvSpPr txBox="1">
            <a:spLocks/>
          </p:cNvSpPr>
          <p:nvPr/>
        </p:nvSpPr>
        <p:spPr>
          <a:xfrm>
            <a:off x="457200" y="3355300"/>
            <a:ext cx="7903500" cy="2831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6550">
              <a:lnSpc>
                <a:spcPct val="100000"/>
              </a:lnSpc>
              <a:spcBef>
                <a:spcPts val="0"/>
              </a:spcBef>
              <a:buClr>
                <a:srgbClr val="1C9995"/>
              </a:buClr>
              <a:buSzPts val="1700"/>
              <a:buFont typeface="Avenir Next LT Pro" panose="020B0504020202020204" pitchFamily="34" charset="0"/>
              <a:buChar char="●"/>
            </a:pPr>
            <a:r>
              <a:rPr lang="en-US" dirty="0">
                <a:solidFill>
                  <a:schemeClr val="dk1"/>
                </a:solidFill>
              </a:rPr>
              <a:t>Project Overview</a:t>
            </a:r>
          </a:p>
          <a:p>
            <a:pPr marL="457200" indent="-336550">
              <a:lnSpc>
                <a:spcPct val="100000"/>
              </a:lnSpc>
              <a:spcBef>
                <a:spcPts val="0"/>
              </a:spcBef>
              <a:buClr>
                <a:srgbClr val="1C9995"/>
              </a:buClr>
              <a:buSzPts val="1700"/>
              <a:buFont typeface="Avenir Next LT Pro" panose="020B0504020202020204" pitchFamily="34" charset="0"/>
              <a:buChar char="●"/>
            </a:pPr>
            <a:r>
              <a:rPr lang="en-US" dirty="0">
                <a:solidFill>
                  <a:schemeClr val="dk1"/>
                </a:solidFill>
              </a:rPr>
              <a:t>North Star Metrics</a:t>
            </a:r>
          </a:p>
          <a:p>
            <a:pPr marL="457200" indent="-336550">
              <a:lnSpc>
                <a:spcPct val="100000"/>
              </a:lnSpc>
              <a:spcBef>
                <a:spcPts val="0"/>
              </a:spcBef>
              <a:buClr>
                <a:srgbClr val="1C9995"/>
              </a:buClr>
              <a:buSzPts val="1700"/>
              <a:buFont typeface="Avenir Next LT Pro" panose="020B0504020202020204" pitchFamily="34" charset="0"/>
              <a:buChar char="●"/>
            </a:pPr>
            <a:r>
              <a:rPr lang="en-US" dirty="0">
                <a:solidFill>
                  <a:schemeClr val="dk1"/>
                </a:solidFill>
              </a:rPr>
              <a:t>Insights Deep-Dive</a:t>
            </a:r>
          </a:p>
          <a:p>
            <a:pPr marL="457200" indent="-336550">
              <a:lnSpc>
                <a:spcPct val="100000"/>
              </a:lnSpc>
              <a:spcBef>
                <a:spcPts val="0"/>
              </a:spcBef>
              <a:buClr>
                <a:srgbClr val="1C9995"/>
              </a:buClr>
              <a:buSzPts val="1700"/>
              <a:buFont typeface="Avenir Next LT Pro" panose="020B0504020202020204" pitchFamily="34" charset="0"/>
              <a:buChar char="●"/>
            </a:pPr>
            <a:r>
              <a:rPr lang="en-US" dirty="0">
                <a:solidFill>
                  <a:schemeClr val="dk1"/>
                </a:solidFill>
              </a:rPr>
              <a:t>Recommendations and Next Steps</a:t>
            </a:r>
          </a:p>
          <a:p>
            <a:pPr marL="457200" indent="-336550">
              <a:lnSpc>
                <a:spcPct val="100000"/>
              </a:lnSpc>
              <a:spcBef>
                <a:spcPts val="0"/>
              </a:spcBef>
              <a:buClr>
                <a:srgbClr val="1C9995"/>
              </a:buClr>
              <a:buSzPts val="1700"/>
              <a:buFont typeface="Avenir Next LT Pro" panose="020B0504020202020204" pitchFamily="34" charset="0"/>
              <a:buChar char="●"/>
            </a:pPr>
            <a:r>
              <a:rPr lang="en-US" dirty="0">
                <a:solidFill>
                  <a:schemeClr val="dk1"/>
                </a:solidFill>
              </a:rPr>
              <a:t>Appendix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68EA23-733A-D195-B563-77A114E87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1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D0DA90F4-B24A-49DA-9477-972BFC4B1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ADAF001-055A-4E35-BF24-AF70A5FE2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213;p3">
            <a:extLst>
              <a:ext uri="{FF2B5EF4-FFF2-40B4-BE49-F238E27FC236}">
                <a16:creationId xmlns:a16="http://schemas.microsoft.com/office/drawing/2014/main" id="{CFA67BF0-9993-AE43-6751-2712B561D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92407" y="2961385"/>
            <a:ext cx="3407186" cy="93523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SzPts val="6000"/>
            </a:pPr>
            <a:r>
              <a:rPr lang="en-US" sz="5400" b="1" dirty="0">
                <a:solidFill>
                  <a:srgbClr val="1C9995"/>
                </a:solidFill>
              </a:rPr>
              <a:t>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239AE-941D-2F3F-B14A-3AF3FA95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66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2B6D96-D9A2-4E4A-8064-FCA9A1D3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ADF8E3-1B35-4C33-95FB-BAAD781AF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8188" y="0"/>
            <a:ext cx="2933812" cy="2750153"/>
          </a:xfrm>
          <a:custGeom>
            <a:avLst/>
            <a:gdLst>
              <a:gd name="connsiteX0" fmla="*/ 1067830 w 2933812"/>
              <a:gd name="connsiteY0" fmla="*/ 776732 h 2750153"/>
              <a:gd name="connsiteX1" fmla="*/ 1305537 w 2933812"/>
              <a:gd name="connsiteY1" fmla="*/ 842083 h 2750153"/>
              <a:gd name="connsiteX2" fmla="*/ 1421053 w 2933812"/>
              <a:gd name="connsiteY2" fmla="*/ 1397856 h 2750153"/>
              <a:gd name="connsiteX3" fmla="*/ 865267 w 2933812"/>
              <a:gd name="connsiteY3" fmla="*/ 1513301 h 2750153"/>
              <a:gd name="connsiteX4" fmla="*/ 749819 w 2933812"/>
              <a:gd name="connsiteY4" fmla="*/ 957568 h 2750153"/>
              <a:gd name="connsiteX5" fmla="*/ 836727 w 2933812"/>
              <a:gd name="connsiteY5" fmla="*/ 862679 h 2750153"/>
              <a:gd name="connsiteX6" fmla="*/ 1067830 w 2933812"/>
              <a:gd name="connsiteY6" fmla="*/ 776732 h 2750153"/>
              <a:gd name="connsiteX7" fmla="*/ 209205 w 2933812"/>
              <a:gd name="connsiteY7" fmla="*/ 551704 h 2750153"/>
              <a:gd name="connsiteX8" fmla="*/ 328901 w 2933812"/>
              <a:gd name="connsiteY8" fmla="*/ 567267 h 2750153"/>
              <a:gd name="connsiteX9" fmla="*/ 460887 w 2933812"/>
              <a:gd name="connsiteY9" fmla="*/ 878648 h 2750153"/>
              <a:gd name="connsiteX10" fmla="*/ 149506 w 2933812"/>
              <a:gd name="connsiteY10" fmla="*/ 1010633 h 2750153"/>
              <a:gd name="connsiteX11" fmla="*/ 17517 w 2933812"/>
              <a:gd name="connsiteY11" fmla="*/ 699260 h 2750153"/>
              <a:gd name="connsiteX12" fmla="*/ 97142 w 2933812"/>
              <a:gd name="connsiteY12" fmla="*/ 596577 h 2750153"/>
              <a:gd name="connsiteX13" fmla="*/ 209205 w 2933812"/>
              <a:gd name="connsiteY13" fmla="*/ 551704 h 2750153"/>
              <a:gd name="connsiteX14" fmla="*/ 603014 w 2933812"/>
              <a:gd name="connsiteY14" fmla="*/ 0 h 2750153"/>
              <a:gd name="connsiteX15" fmla="*/ 2933812 w 2933812"/>
              <a:gd name="connsiteY15" fmla="*/ 0 h 2750153"/>
              <a:gd name="connsiteX16" fmla="*/ 2933812 w 2933812"/>
              <a:gd name="connsiteY16" fmla="*/ 2748233 h 2750153"/>
              <a:gd name="connsiteX17" fmla="*/ 2877044 w 2933812"/>
              <a:gd name="connsiteY17" fmla="*/ 2704219 h 2750153"/>
              <a:gd name="connsiteX18" fmla="*/ 1987800 w 2933812"/>
              <a:gd name="connsiteY18" fmla="*/ 2707378 h 2750153"/>
              <a:gd name="connsiteX19" fmla="*/ 1571775 w 2933812"/>
              <a:gd name="connsiteY19" fmla="*/ 2085562 h 2750153"/>
              <a:gd name="connsiteX20" fmla="*/ 2085622 w 2933812"/>
              <a:gd name="connsiteY20" fmla="*/ 1038354 h 2750153"/>
              <a:gd name="connsiteX21" fmla="*/ 1614635 w 2933812"/>
              <a:gd name="connsiteY21" fmla="*/ 560521 h 2750153"/>
              <a:gd name="connsiteX22" fmla="*/ 825009 w 2933812"/>
              <a:gd name="connsiteY22" fmla="*/ 518839 h 2750153"/>
              <a:gd name="connsiteX23" fmla="*/ 599925 w 2933812"/>
              <a:gd name="connsiteY23" fmla="*/ 14372 h 275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3812" h="2750153">
                <a:moveTo>
                  <a:pt x="1067830" y="776732"/>
                </a:moveTo>
                <a:cubicBezTo>
                  <a:pt x="1150031" y="773119"/>
                  <a:pt x="1233332" y="794722"/>
                  <a:pt x="1305537" y="842083"/>
                </a:cubicBezTo>
                <a:cubicBezTo>
                  <a:pt x="1490941" y="963689"/>
                  <a:pt x="1542616" y="1212493"/>
                  <a:pt x="1421053" y="1397856"/>
                </a:cubicBezTo>
                <a:cubicBezTo>
                  <a:pt x="1299424" y="1583173"/>
                  <a:pt x="1050671" y="1634906"/>
                  <a:pt x="865267" y="1513301"/>
                </a:cubicBezTo>
                <a:cubicBezTo>
                  <a:pt x="679936" y="1391729"/>
                  <a:pt x="628260" y="1142925"/>
                  <a:pt x="749819" y="957568"/>
                </a:cubicBezTo>
                <a:cubicBezTo>
                  <a:pt x="773570" y="921529"/>
                  <a:pt x="802922" y="889506"/>
                  <a:pt x="836727" y="862679"/>
                </a:cubicBezTo>
                <a:cubicBezTo>
                  <a:pt x="904529" y="809175"/>
                  <a:pt x="985629" y="780345"/>
                  <a:pt x="1067830" y="776732"/>
                </a:cubicBezTo>
                <a:close/>
                <a:moveTo>
                  <a:pt x="209205" y="551704"/>
                </a:moveTo>
                <a:cubicBezTo>
                  <a:pt x="249147" y="546653"/>
                  <a:pt x="290360" y="551675"/>
                  <a:pt x="328901" y="567267"/>
                </a:cubicBezTo>
                <a:cubicBezTo>
                  <a:pt x="451346" y="616809"/>
                  <a:pt x="510410" y="756201"/>
                  <a:pt x="460887" y="878648"/>
                </a:cubicBezTo>
                <a:cubicBezTo>
                  <a:pt x="411366" y="1001087"/>
                  <a:pt x="271948" y="1060182"/>
                  <a:pt x="149506" y="1010633"/>
                </a:cubicBezTo>
                <a:cubicBezTo>
                  <a:pt x="27060" y="961092"/>
                  <a:pt x="-32003" y="821699"/>
                  <a:pt x="17517" y="699260"/>
                </a:cubicBezTo>
                <a:cubicBezTo>
                  <a:pt x="34058" y="658332"/>
                  <a:pt x="61655" y="622811"/>
                  <a:pt x="97142" y="596577"/>
                </a:cubicBezTo>
                <a:cubicBezTo>
                  <a:pt x="130594" y="571878"/>
                  <a:pt x="169264" y="556754"/>
                  <a:pt x="209205" y="551704"/>
                </a:cubicBezTo>
                <a:close/>
                <a:moveTo>
                  <a:pt x="603014" y="0"/>
                </a:moveTo>
                <a:lnTo>
                  <a:pt x="2933812" y="0"/>
                </a:lnTo>
                <a:lnTo>
                  <a:pt x="2933812" y="2748233"/>
                </a:lnTo>
                <a:lnTo>
                  <a:pt x="2877044" y="2704219"/>
                </a:lnTo>
                <a:cubicBezTo>
                  <a:pt x="2590402" y="2543052"/>
                  <a:pt x="2331640" y="2859871"/>
                  <a:pt x="1987800" y="2707378"/>
                </a:cubicBezTo>
                <a:cubicBezTo>
                  <a:pt x="1763640" y="2607782"/>
                  <a:pt x="1580044" y="2342268"/>
                  <a:pt x="1571775" y="2085562"/>
                </a:cubicBezTo>
                <a:cubicBezTo>
                  <a:pt x="1556983" y="1612648"/>
                  <a:pt x="2147977" y="1430482"/>
                  <a:pt x="2085622" y="1038354"/>
                </a:cubicBezTo>
                <a:cubicBezTo>
                  <a:pt x="2048252" y="804151"/>
                  <a:pt x="1799013" y="625551"/>
                  <a:pt x="1614635" y="560521"/>
                </a:cubicBezTo>
                <a:cubicBezTo>
                  <a:pt x="1263737" y="436354"/>
                  <a:pt x="1061091" y="667936"/>
                  <a:pt x="825009" y="518839"/>
                </a:cubicBezTo>
                <a:cubicBezTo>
                  <a:pt x="671642" y="421917"/>
                  <a:pt x="576178" y="209445"/>
                  <a:pt x="599925" y="143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Google Shape;221;p4">
            <a:extLst>
              <a:ext uri="{FF2B5EF4-FFF2-40B4-BE49-F238E27FC236}">
                <a16:creationId xmlns:a16="http://schemas.microsoft.com/office/drawing/2014/main" id="{F50B02C8-8250-EBE6-AEEC-B5F48029F4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9476" y="1375076"/>
            <a:ext cx="51900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>
                <a:solidFill>
                  <a:srgbClr val="1C9995"/>
                </a:solidFill>
              </a:rPr>
              <a:t>Context</a:t>
            </a:r>
            <a:endParaRPr dirty="0">
              <a:solidFill>
                <a:srgbClr val="1C9995"/>
              </a:solidFill>
            </a:endParaRPr>
          </a:p>
        </p:txBody>
      </p:sp>
      <p:sp>
        <p:nvSpPr>
          <p:cNvPr id="5" name="Google Shape;222;p4">
            <a:extLst>
              <a:ext uri="{FF2B5EF4-FFF2-40B4-BE49-F238E27FC236}">
                <a16:creationId xmlns:a16="http://schemas.microsoft.com/office/drawing/2014/main" id="{C68966DB-9255-0C72-C5D0-09A1C53CE898}"/>
              </a:ext>
            </a:extLst>
          </p:cNvPr>
          <p:cNvSpPr txBox="1">
            <a:spLocks/>
          </p:cNvSpPr>
          <p:nvPr/>
        </p:nvSpPr>
        <p:spPr>
          <a:xfrm>
            <a:off x="1815016" y="2557269"/>
            <a:ext cx="8558920" cy="36579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  <a:buSzPts val="1700"/>
            </a:pPr>
            <a:r>
              <a:rPr lang="en-US" dirty="0">
                <a:solidFill>
                  <a:schemeClr val="dk1"/>
                </a:solidFill>
              </a:rPr>
              <a:t>The goal of this project is to </a:t>
            </a:r>
            <a:r>
              <a:rPr lang="en-US" b="1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investigate the performance of marketing campaigns</a:t>
            </a:r>
            <a:r>
              <a:rPr lang="en-US" dirty="0">
                <a:solidFill>
                  <a:schemeClr val="dk1"/>
                </a:solidFill>
              </a:rPr>
              <a:t> at CareBrige Health in order to surface recommendations on marketing budget allocation for 2024 campaigns.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SzPts val="1700"/>
            </a:pPr>
            <a:endParaRPr lang="en-US" dirty="0">
              <a:solidFill>
                <a:schemeClr val="dk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buSzPts val="1700"/>
            </a:pPr>
            <a:r>
              <a:rPr lang="en-US" dirty="0">
                <a:solidFill>
                  <a:schemeClr val="dk1"/>
                </a:solidFill>
              </a:rPr>
              <a:t>The budget is allocated to drive two primary objectives: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SzPts val="1700"/>
            </a:pPr>
            <a:r>
              <a:rPr lang="en-US" dirty="0">
                <a:solidFill>
                  <a:schemeClr val="dk1"/>
                </a:solidFill>
              </a:rPr>
              <a:t>1) To increase the number of</a:t>
            </a:r>
            <a:r>
              <a:rPr lang="en-US" b="1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 signups.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SzPts val="1700"/>
            </a:pPr>
            <a:r>
              <a:rPr lang="en-US" dirty="0">
                <a:solidFill>
                  <a:schemeClr val="dk1"/>
                </a:solidFill>
              </a:rPr>
              <a:t>2) To </a:t>
            </a:r>
            <a:r>
              <a:rPr lang="en-US" b="1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raise awareness</a:t>
            </a:r>
            <a:r>
              <a:rPr lang="en-US" dirty="0">
                <a:solidFill>
                  <a:schemeClr val="dk1"/>
                </a:solidFill>
              </a:rPr>
              <a:t> of Row Health’s brand across the country.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8ADBF-301D-E283-9942-90E3E865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8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AF7DF-AE5D-3598-EBDF-6695F941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34A35BC1-F8F2-8C3D-7F5D-20DE4C326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4BE0D-4AC3-4272-624C-BFBF71DB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97E07B6-B8E3-99D2-1D21-77E10AE3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8188" y="0"/>
            <a:ext cx="2933812" cy="2750153"/>
          </a:xfrm>
          <a:custGeom>
            <a:avLst/>
            <a:gdLst>
              <a:gd name="connsiteX0" fmla="*/ 1067830 w 2933812"/>
              <a:gd name="connsiteY0" fmla="*/ 776732 h 2750153"/>
              <a:gd name="connsiteX1" fmla="*/ 1305537 w 2933812"/>
              <a:gd name="connsiteY1" fmla="*/ 842083 h 2750153"/>
              <a:gd name="connsiteX2" fmla="*/ 1421053 w 2933812"/>
              <a:gd name="connsiteY2" fmla="*/ 1397856 h 2750153"/>
              <a:gd name="connsiteX3" fmla="*/ 865267 w 2933812"/>
              <a:gd name="connsiteY3" fmla="*/ 1513301 h 2750153"/>
              <a:gd name="connsiteX4" fmla="*/ 749819 w 2933812"/>
              <a:gd name="connsiteY4" fmla="*/ 957568 h 2750153"/>
              <a:gd name="connsiteX5" fmla="*/ 836727 w 2933812"/>
              <a:gd name="connsiteY5" fmla="*/ 862679 h 2750153"/>
              <a:gd name="connsiteX6" fmla="*/ 1067830 w 2933812"/>
              <a:gd name="connsiteY6" fmla="*/ 776732 h 2750153"/>
              <a:gd name="connsiteX7" fmla="*/ 209205 w 2933812"/>
              <a:gd name="connsiteY7" fmla="*/ 551704 h 2750153"/>
              <a:gd name="connsiteX8" fmla="*/ 328901 w 2933812"/>
              <a:gd name="connsiteY8" fmla="*/ 567267 h 2750153"/>
              <a:gd name="connsiteX9" fmla="*/ 460887 w 2933812"/>
              <a:gd name="connsiteY9" fmla="*/ 878648 h 2750153"/>
              <a:gd name="connsiteX10" fmla="*/ 149506 w 2933812"/>
              <a:gd name="connsiteY10" fmla="*/ 1010633 h 2750153"/>
              <a:gd name="connsiteX11" fmla="*/ 17517 w 2933812"/>
              <a:gd name="connsiteY11" fmla="*/ 699260 h 2750153"/>
              <a:gd name="connsiteX12" fmla="*/ 97142 w 2933812"/>
              <a:gd name="connsiteY12" fmla="*/ 596577 h 2750153"/>
              <a:gd name="connsiteX13" fmla="*/ 209205 w 2933812"/>
              <a:gd name="connsiteY13" fmla="*/ 551704 h 2750153"/>
              <a:gd name="connsiteX14" fmla="*/ 603014 w 2933812"/>
              <a:gd name="connsiteY14" fmla="*/ 0 h 2750153"/>
              <a:gd name="connsiteX15" fmla="*/ 2933812 w 2933812"/>
              <a:gd name="connsiteY15" fmla="*/ 0 h 2750153"/>
              <a:gd name="connsiteX16" fmla="*/ 2933812 w 2933812"/>
              <a:gd name="connsiteY16" fmla="*/ 2748233 h 2750153"/>
              <a:gd name="connsiteX17" fmla="*/ 2877044 w 2933812"/>
              <a:gd name="connsiteY17" fmla="*/ 2704219 h 2750153"/>
              <a:gd name="connsiteX18" fmla="*/ 1987800 w 2933812"/>
              <a:gd name="connsiteY18" fmla="*/ 2707378 h 2750153"/>
              <a:gd name="connsiteX19" fmla="*/ 1571775 w 2933812"/>
              <a:gd name="connsiteY19" fmla="*/ 2085562 h 2750153"/>
              <a:gd name="connsiteX20" fmla="*/ 2085622 w 2933812"/>
              <a:gd name="connsiteY20" fmla="*/ 1038354 h 2750153"/>
              <a:gd name="connsiteX21" fmla="*/ 1614635 w 2933812"/>
              <a:gd name="connsiteY21" fmla="*/ 560521 h 2750153"/>
              <a:gd name="connsiteX22" fmla="*/ 825009 w 2933812"/>
              <a:gd name="connsiteY22" fmla="*/ 518839 h 2750153"/>
              <a:gd name="connsiteX23" fmla="*/ 599925 w 2933812"/>
              <a:gd name="connsiteY23" fmla="*/ 14372 h 275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3812" h="2750153">
                <a:moveTo>
                  <a:pt x="1067830" y="776732"/>
                </a:moveTo>
                <a:cubicBezTo>
                  <a:pt x="1150031" y="773119"/>
                  <a:pt x="1233332" y="794722"/>
                  <a:pt x="1305537" y="842083"/>
                </a:cubicBezTo>
                <a:cubicBezTo>
                  <a:pt x="1490941" y="963689"/>
                  <a:pt x="1542616" y="1212493"/>
                  <a:pt x="1421053" y="1397856"/>
                </a:cubicBezTo>
                <a:cubicBezTo>
                  <a:pt x="1299424" y="1583173"/>
                  <a:pt x="1050671" y="1634906"/>
                  <a:pt x="865267" y="1513301"/>
                </a:cubicBezTo>
                <a:cubicBezTo>
                  <a:pt x="679936" y="1391729"/>
                  <a:pt x="628260" y="1142925"/>
                  <a:pt x="749819" y="957568"/>
                </a:cubicBezTo>
                <a:cubicBezTo>
                  <a:pt x="773570" y="921529"/>
                  <a:pt x="802922" y="889506"/>
                  <a:pt x="836727" y="862679"/>
                </a:cubicBezTo>
                <a:cubicBezTo>
                  <a:pt x="904529" y="809175"/>
                  <a:pt x="985629" y="780345"/>
                  <a:pt x="1067830" y="776732"/>
                </a:cubicBezTo>
                <a:close/>
                <a:moveTo>
                  <a:pt x="209205" y="551704"/>
                </a:moveTo>
                <a:cubicBezTo>
                  <a:pt x="249147" y="546653"/>
                  <a:pt x="290360" y="551675"/>
                  <a:pt x="328901" y="567267"/>
                </a:cubicBezTo>
                <a:cubicBezTo>
                  <a:pt x="451346" y="616809"/>
                  <a:pt x="510410" y="756201"/>
                  <a:pt x="460887" y="878648"/>
                </a:cubicBezTo>
                <a:cubicBezTo>
                  <a:pt x="411366" y="1001087"/>
                  <a:pt x="271948" y="1060182"/>
                  <a:pt x="149506" y="1010633"/>
                </a:cubicBezTo>
                <a:cubicBezTo>
                  <a:pt x="27060" y="961092"/>
                  <a:pt x="-32003" y="821699"/>
                  <a:pt x="17517" y="699260"/>
                </a:cubicBezTo>
                <a:cubicBezTo>
                  <a:pt x="34058" y="658332"/>
                  <a:pt x="61655" y="622811"/>
                  <a:pt x="97142" y="596577"/>
                </a:cubicBezTo>
                <a:cubicBezTo>
                  <a:pt x="130594" y="571878"/>
                  <a:pt x="169264" y="556754"/>
                  <a:pt x="209205" y="551704"/>
                </a:cubicBezTo>
                <a:close/>
                <a:moveTo>
                  <a:pt x="603014" y="0"/>
                </a:moveTo>
                <a:lnTo>
                  <a:pt x="2933812" y="0"/>
                </a:lnTo>
                <a:lnTo>
                  <a:pt x="2933812" y="2748233"/>
                </a:lnTo>
                <a:lnTo>
                  <a:pt x="2877044" y="2704219"/>
                </a:lnTo>
                <a:cubicBezTo>
                  <a:pt x="2590402" y="2543052"/>
                  <a:pt x="2331640" y="2859871"/>
                  <a:pt x="1987800" y="2707378"/>
                </a:cubicBezTo>
                <a:cubicBezTo>
                  <a:pt x="1763640" y="2607782"/>
                  <a:pt x="1580044" y="2342268"/>
                  <a:pt x="1571775" y="2085562"/>
                </a:cubicBezTo>
                <a:cubicBezTo>
                  <a:pt x="1556983" y="1612648"/>
                  <a:pt x="2147977" y="1430482"/>
                  <a:pt x="2085622" y="1038354"/>
                </a:cubicBezTo>
                <a:cubicBezTo>
                  <a:pt x="2048252" y="804151"/>
                  <a:pt x="1799013" y="625551"/>
                  <a:pt x="1614635" y="560521"/>
                </a:cubicBezTo>
                <a:cubicBezTo>
                  <a:pt x="1263737" y="436354"/>
                  <a:pt x="1061091" y="667936"/>
                  <a:pt x="825009" y="518839"/>
                </a:cubicBezTo>
                <a:cubicBezTo>
                  <a:pt x="671642" y="421917"/>
                  <a:pt x="576178" y="209445"/>
                  <a:pt x="599925" y="143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Google Shape;221;p4">
            <a:extLst>
              <a:ext uri="{FF2B5EF4-FFF2-40B4-BE49-F238E27FC236}">
                <a16:creationId xmlns:a16="http://schemas.microsoft.com/office/drawing/2014/main" id="{43F8877B-8631-AF1F-6F74-770EEA1453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374" y="835676"/>
            <a:ext cx="51900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SzPts val="3000"/>
            </a:pPr>
            <a:r>
              <a:rPr lang="en" dirty="0">
                <a:solidFill>
                  <a:srgbClr val="1C9995"/>
                </a:solidFill>
              </a:rPr>
              <a:t>North Star Metrics</a:t>
            </a:r>
            <a:endParaRPr dirty="0">
              <a:solidFill>
                <a:srgbClr val="1C9995"/>
              </a:solidFill>
            </a:endParaRPr>
          </a:p>
        </p:txBody>
      </p:sp>
      <p:sp>
        <p:nvSpPr>
          <p:cNvPr id="2" name="Google Shape;238;p5">
            <a:extLst>
              <a:ext uri="{FF2B5EF4-FFF2-40B4-BE49-F238E27FC236}">
                <a16:creationId xmlns:a16="http://schemas.microsoft.com/office/drawing/2014/main" id="{8ECA1EE7-9A4F-3029-65D6-F75F61553751}"/>
              </a:ext>
            </a:extLst>
          </p:cNvPr>
          <p:cNvSpPr txBox="1">
            <a:spLocks/>
          </p:cNvSpPr>
          <p:nvPr/>
        </p:nvSpPr>
        <p:spPr>
          <a:xfrm>
            <a:off x="481241" y="1622539"/>
            <a:ext cx="8620500" cy="48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 order to evaluate campaign performance, we focused on the following key metrics:</a:t>
            </a:r>
          </a:p>
        </p:txBody>
      </p:sp>
      <p:cxnSp>
        <p:nvCxnSpPr>
          <p:cNvPr id="6" name="Google Shape;241;p5">
            <a:extLst>
              <a:ext uri="{FF2B5EF4-FFF2-40B4-BE49-F238E27FC236}">
                <a16:creationId xmlns:a16="http://schemas.microsoft.com/office/drawing/2014/main" id="{DE02479C-3EA8-677E-8FA0-C1C374D871B5}"/>
              </a:ext>
            </a:extLst>
          </p:cNvPr>
          <p:cNvCxnSpPr/>
          <p:nvPr/>
        </p:nvCxnSpPr>
        <p:spPr>
          <a:xfrm>
            <a:off x="5145333" y="2361841"/>
            <a:ext cx="0" cy="3335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243;p5">
            <a:extLst>
              <a:ext uri="{FF2B5EF4-FFF2-40B4-BE49-F238E27FC236}">
                <a16:creationId xmlns:a16="http://schemas.microsoft.com/office/drawing/2014/main" id="{D5F69BBC-1CCC-EE69-56C7-421E1D402CE4}"/>
              </a:ext>
            </a:extLst>
          </p:cNvPr>
          <p:cNvCxnSpPr/>
          <p:nvPr/>
        </p:nvCxnSpPr>
        <p:spPr>
          <a:xfrm>
            <a:off x="1948375" y="2750153"/>
            <a:ext cx="63822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239;p5">
            <a:extLst>
              <a:ext uri="{FF2B5EF4-FFF2-40B4-BE49-F238E27FC236}">
                <a16:creationId xmlns:a16="http://schemas.microsoft.com/office/drawing/2014/main" id="{CDE64B09-5D17-2CD4-1708-9C8AD4C684C3}"/>
              </a:ext>
            </a:extLst>
          </p:cNvPr>
          <p:cNvSpPr txBox="1"/>
          <p:nvPr/>
        </p:nvSpPr>
        <p:spPr>
          <a:xfrm>
            <a:off x="2625099" y="2392345"/>
            <a:ext cx="2611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Signups</a:t>
            </a:r>
            <a:endParaRPr sz="1700" b="1" i="0" u="none" strike="noStrike" cap="none" dirty="0">
              <a:solidFill>
                <a:srgbClr val="1C999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240;p5">
            <a:extLst>
              <a:ext uri="{FF2B5EF4-FFF2-40B4-BE49-F238E27FC236}">
                <a16:creationId xmlns:a16="http://schemas.microsoft.com/office/drawing/2014/main" id="{A44A5CCD-4918-FEFB-8E83-D91D5773D369}"/>
              </a:ext>
            </a:extLst>
          </p:cNvPr>
          <p:cNvSpPr txBox="1"/>
          <p:nvPr/>
        </p:nvSpPr>
        <p:spPr>
          <a:xfrm>
            <a:off x="5649653" y="2392345"/>
            <a:ext cx="2611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Awareness</a:t>
            </a:r>
            <a:endParaRPr sz="1700" b="1" i="0" u="none" strike="noStrike" cap="none" dirty="0">
              <a:solidFill>
                <a:srgbClr val="1C999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" name="Google Shape;229;p5">
            <a:extLst>
              <a:ext uri="{FF2B5EF4-FFF2-40B4-BE49-F238E27FC236}">
                <a16:creationId xmlns:a16="http://schemas.microsoft.com/office/drawing/2014/main" id="{266F903F-34A9-035A-DA1A-AAFDD162CAF3}"/>
              </a:ext>
            </a:extLst>
          </p:cNvPr>
          <p:cNvGrpSpPr/>
          <p:nvPr/>
        </p:nvGrpSpPr>
        <p:grpSpPr>
          <a:xfrm>
            <a:off x="2625099" y="2866523"/>
            <a:ext cx="2058609" cy="1370689"/>
            <a:chOff x="532667" y="1694036"/>
            <a:chExt cx="2058609" cy="1370689"/>
          </a:xfrm>
        </p:grpSpPr>
        <p:sp>
          <p:nvSpPr>
            <p:cNvPr id="14" name="Google Shape;230;p5">
              <a:extLst>
                <a:ext uri="{FF2B5EF4-FFF2-40B4-BE49-F238E27FC236}">
                  <a16:creationId xmlns:a16="http://schemas.microsoft.com/office/drawing/2014/main" id="{B4D2228C-0BFD-1640-933E-FB1805AE467D}"/>
                </a:ext>
              </a:extLst>
            </p:cNvPr>
            <p:cNvSpPr txBox="1"/>
            <p:nvPr/>
          </p:nvSpPr>
          <p:spPr>
            <a:xfrm>
              <a:off x="532667" y="1694036"/>
              <a:ext cx="18081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 dirty="0">
                  <a:solidFill>
                    <a:srgbClr val="251C14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Signup Rate</a:t>
              </a: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5" name="Google Shape;231;p5">
              <a:extLst>
                <a:ext uri="{FF2B5EF4-FFF2-40B4-BE49-F238E27FC236}">
                  <a16:creationId xmlns:a16="http://schemas.microsoft.com/office/drawing/2014/main" id="{F142E31B-A8EF-8077-167C-7041F5B922CD}"/>
                </a:ext>
              </a:extLst>
            </p:cNvPr>
            <p:cNvSpPr txBox="1"/>
            <p:nvPr/>
          </p:nvSpPr>
          <p:spPr>
            <a:xfrm>
              <a:off x="532676" y="2067525"/>
              <a:ext cx="20586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 b="0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The percent of people who see a campaign and subsequently sign up for a CareBridge Health plan. </a:t>
              </a:r>
              <a:endParaRPr sz="1200" b="0" i="0" u="none" strike="noStrike" cap="none" dirty="0">
                <a:solidFill>
                  <a:srgbClr val="241C1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17" name="Google Shape;233;p5">
            <a:extLst>
              <a:ext uri="{FF2B5EF4-FFF2-40B4-BE49-F238E27FC236}">
                <a16:creationId xmlns:a16="http://schemas.microsoft.com/office/drawing/2014/main" id="{1BCEC839-2F4C-3DB3-0D9E-94E6071AEFBC}"/>
              </a:ext>
            </a:extLst>
          </p:cNvPr>
          <p:cNvSpPr txBox="1"/>
          <p:nvPr/>
        </p:nvSpPr>
        <p:spPr>
          <a:xfrm>
            <a:off x="2625108" y="4727074"/>
            <a:ext cx="2058600" cy="9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average dollars spent in order to acquire a signup from each campaign.</a:t>
            </a:r>
            <a:endParaRPr sz="1200" b="0" i="0" u="none" strike="noStrike" cap="none" dirty="0">
              <a:solidFill>
                <a:srgbClr val="241C1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" name="Google Shape;230;p5">
            <a:extLst>
              <a:ext uri="{FF2B5EF4-FFF2-40B4-BE49-F238E27FC236}">
                <a16:creationId xmlns:a16="http://schemas.microsoft.com/office/drawing/2014/main" id="{94E6F224-8843-D763-C131-A4C2C11C00AA}"/>
              </a:ext>
            </a:extLst>
          </p:cNvPr>
          <p:cNvSpPr txBox="1"/>
          <p:nvPr/>
        </p:nvSpPr>
        <p:spPr>
          <a:xfrm>
            <a:off x="2625099" y="4368995"/>
            <a:ext cx="18081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Cost per Signup</a:t>
            </a:r>
            <a:endParaRPr sz="1700" b="0" i="0" u="none" strike="noStrike" cap="none" dirty="0">
              <a:solidFill>
                <a:srgbClr val="251C14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251C14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9" name="Google Shape;234;p5">
            <a:extLst>
              <a:ext uri="{FF2B5EF4-FFF2-40B4-BE49-F238E27FC236}">
                <a16:creationId xmlns:a16="http://schemas.microsoft.com/office/drawing/2014/main" id="{38BD7BD2-4C04-6BB6-AE03-485D0FA182E3}"/>
              </a:ext>
            </a:extLst>
          </p:cNvPr>
          <p:cNvGrpSpPr/>
          <p:nvPr/>
        </p:nvGrpSpPr>
        <p:grpSpPr>
          <a:xfrm>
            <a:off x="5647682" y="3412067"/>
            <a:ext cx="2611502" cy="1370700"/>
            <a:chOff x="608876" y="3955900"/>
            <a:chExt cx="2611502" cy="1370700"/>
          </a:xfrm>
        </p:grpSpPr>
        <p:sp>
          <p:nvSpPr>
            <p:cNvPr id="20" name="Google Shape;235;p5">
              <a:extLst>
                <a:ext uri="{FF2B5EF4-FFF2-40B4-BE49-F238E27FC236}">
                  <a16:creationId xmlns:a16="http://schemas.microsoft.com/office/drawing/2014/main" id="{9384D593-01F5-D4CB-DD8F-7DC653217D6C}"/>
                </a:ext>
              </a:extLst>
            </p:cNvPr>
            <p:cNvSpPr txBox="1"/>
            <p:nvPr/>
          </p:nvSpPr>
          <p:spPr>
            <a:xfrm>
              <a:off x="608878" y="3955900"/>
              <a:ext cx="26115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 dirty="0">
                  <a:solidFill>
                    <a:srgbClr val="251C14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Click Through Rate</a:t>
              </a: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1" name="Google Shape;236;p5">
              <a:extLst>
                <a:ext uri="{FF2B5EF4-FFF2-40B4-BE49-F238E27FC236}">
                  <a16:creationId xmlns:a16="http://schemas.microsoft.com/office/drawing/2014/main" id="{5876F68D-D84C-6F43-01B4-F702EAFC387D}"/>
                </a:ext>
              </a:extLst>
            </p:cNvPr>
            <p:cNvSpPr txBox="1"/>
            <p:nvPr/>
          </p:nvSpPr>
          <p:spPr>
            <a:xfrm>
              <a:off x="608876" y="4329400"/>
              <a:ext cx="20586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The percent of people who see a campaign and click on the associated link.</a:t>
              </a:r>
              <a:endParaRPr sz="1200" b="0" i="0" u="none" strike="noStrike" cap="none">
                <a:solidFill>
                  <a:srgbClr val="241C1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44E214B9-9CFA-2E4C-F878-A90794571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EAE3C-CBA6-CBAD-2DC4-F0D634B5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1848D9D2-B748-D6F6-FB22-E77442F45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287B5-D007-1CA4-E590-811383B34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94691C-96E0-8928-DE10-0FB643526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8188" y="0"/>
            <a:ext cx="2933812" cy="2750153"/>
          </a:xfrm>
          <a:custGeom>
            <a:avLst/>
            <a:gdLst>
              <a:gd name="connsiteX0" fmla="*/ 1067830 w 2933812"/>
              <a:gd name="connsiteY0" fmla="*/ 776732 h 2750153"/>
              <a:gd name="connsiteX1" fmla="*/ 1305537 w 2933812"/>
              <a:gd name="connsiteY1" fmla="*/ 842083 h 2750153"/>
              <a:gd name="connsiteX2" fmla="*/ 1421053 w 2933812"/>
              <a:gd name="connsiteY2" fmla="*/ 1397856 h 2750153"/>
              <a:gd name="connsiteX3" fmla="*/ 865267 w 2933812"/>
              <a:gd name="connsiteY3" fmla="*/ 1513301 h 2750153"/>
              <a:gd name="connsiteX4" fmla="*/ 749819 w 2933812"/>
              <a:gd name="connsiteY4" fmla="*/ 957568 h 2750153"/>
              <a:gd name="connsiteX5" fmla="*/ 836727 w 2933812"/>
              <a:gd name="connsiteY5" fmla="*/ 862679 h 2750153"/>
              <a:gd name="connsiteX6" fmla="*/ 1067830 w 2933812"/>
              <a:gd name="connsiteY6" fmla="*/ 776732 h 2750153"/>
              <a:gd name="connsiteX7" fmla="*/ 209205 w 2933812"/>
              <a:gd name="connsiteY7" fmla="*/ 551704 h 2750153"/>
              <a:gd name="connsiteX8" fmla="*/ 328901 w 2933812"/>
              <a:gd name="connsiteY8" fmla="*/ 567267 h 2750153"/>
              <a:gd name="connsiteX9" fmla="*/ 460887 w 2933812"/>
              <a:gd name="connsiteY9" fmla="*/ 878648 h 2750153"/>
              <a:gd name="connsiteX10" fmla="*/ 149506 w 2933812"/>
              <a:gd name="connsiteY10" fmla="*/ 1010633 h 2750153"/>
              <a:gd name="connsiteX11" fmla="*/ 17517 w 2933812"/>
              <a:gd name="connsiteY11" fmla="*/ 699260 h 2750153"/>
              <a:gd name="connsiteX12" fmla="*/ 97142 w 2933812"/>
              <a:gd name="connsiteY12" fmla="*/ 596577 h 2750153"/>
              <a:gd name="connsiteX13" fmla="*/ 209205 w 2933812"/>
              <a:gd name="connsiteY13" fmla="*/ 551704 h 2750153"/>
              <a:gd name="connsiteX14" fmla="*/ 603014 w 2933812"/>
              <a:gd name="connsiteY14" fmla="*/ 0 h 2750153"/>
              <a:gd name="connsiteX15" fmla="*/ 2933812 w 2933812"/>
              <a:gd name="connsiteY15" fmla="*/ 0 h 2750153"/>
              <a:gd name="connsiteX16" fmla="*/ 2933812 w 2933812"/>
              <a:gd name="connsiteY16" fmla="*/ 2748233 h 2750153"/>
              <a:gd name="connsiteX17" fmla="*/ 2877044 w 2933812"/>
              <a:gd name="connsiteY17" fmla="*/ 2704219 h 2750153"/>
              <a:gd name="connsiteX18" fmla="*/ 1987800 w 2933812"/>
              <a:gd name="connsiteY18" fmla="*/ 2707378 h 2750153"/>
              <a:gd name="connsiteX19" fmla="*/ 1571775 w 2933812"/>
              <a:gd name="connsiteY19" fmla="*/ 2085562 h 2750153"/>
              <a:gd name="connsiteX20" fmla="*/ 2085622 w 2933812"/>
              <a:gd name="connsiteY20" fmla="*/ 1038354 h 2750153"/>
              <a:gd name="connsiteX21" fmla="*/ 1614635 w 2933812"/>
              <a:gd name="connsiteY21" fmla="*/ 560521 h 2750153"/>
              <a:gd name="connsiteX22" fmla="*/ 825009 w 2933812"/>
              <a:gd name="connsiteY22" fmla="*/ 518839 h 2750153"/>
              <a:gd name="connsiteX23" fmla="*/ 599925 w 2933812"/>
              <a:gd name="connsiteY23" fmla="*/ 14372 h 275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33812" h="2750153">
                <a:moveTo>
                  <a:pt x="1067830" y="776732"/>
                </a:moveTo>
                <a:cubicBezTo>
                  <a:pt x="1150031" y="773119"/>
                  <a:pt x="1233332" y="794722"/>
                  <a:pt x="1305537" y="842083"/>
                </a:cubicBezTo>
                <a:cubicBezTo>
                  <a:pt x="1490941" y="963689"/>
                  <a:pt x="1542616" y="1212493"/>
                  <a:pt x="1421053" y="1397856"/>
                </a:cubicBezTo>
                <a:cubicBezTo>
                  <a:pt x="1299424" y="1583173"/>
                  <a:pt x="1050671" y="1634906"/>
                  <a:pt x="865267" y="1513301"/>
                </a:cubicBezTo>
                <a:cubicBezTo>
                  <a:pt x="679936" y="1391729"/>
                  <a:pt x="628260" y="1142925"/>
                  <a:pt x="749819" y="957568"/>
                </a:cubicBezTo>
                <a:cubicBezTo>
                  <a:pt x="773570" y="921529"/>
                  <a:pt x="802922" y="889506"/>
                  <a:pt x="836727" y="862679"/>
                </a:cubicBezTo>
                <a:cubicBezTo>
                  <a:pt x="904529" y="809175"/>
                  <a:pt x="985629" y="780345"/>
                  <a:pt x="1067830" y="776732"/>
                </a:cubicBezTo>
                <a:close/>
                <a:moveTo>
                  <a:pt x="209205" y="551704"/>
                </a:moveTo>
                <a:cubicBezTo>
                  <a:pt x="249147" y="546653"/>
                  <a:pt x="290360" y="551675"/>
                  <a:pt x="328901" y="567267"/>
                </a:cubicBezTo>
                <a:cubicBezTo>
                  <a:pt x="451346" y="616809"/>
                  <a:pt x="510410" y="756201"/>
                  <a:pt x="460887" y="878648"/>
                </a:cubicBezTo>
                <a:cubicBezTo>
                  <a:pt x="411366" y="1001087"/>
                  <a:pt x="271948" y="1060182"/>
                  <a:pt x="149506" y="1010633"/>
                </a:cubicBezTo>
                <a:cubicBezTo>
                  <a:pt x="27060" y="961092"/>
                  <a:pt x="-32003" y="821699"/>
                  <a:pt x="17517" y="699260"/>
                </a:cubicBezTo>
                <a:cubicBezTo>
                  <a:pt x="34058" y="658332"/>
                  <a:pt x="61655" y="622811"/>
                  <a:pt x="97142" y="596577"/>
                </a:cubicBezTo>
                <a:cubicBezTo>
                  <a:pt x="130594" y="571878"/>
                  <a:pt x="169264" y="556754"/>
                  <a:pt x="209205" y="551704"/>
                </a:cubicBezTo>
                <a:close/>
                <a:moveTo>
                  <a:pt x="603014" y="0"/>
                </a:moveTo>
                <a:lnTo>
                  <a:pt x="2933812" y="0"/>
                </a:lnTo>
                <a:lnTo>
                  <a:pt x="2933812" y="2748233"/>
                </a:lnTo>
                <a:lnTo>
                  <a:pt x="2877044" y="2704219"/>
                </a:lnTo>
                <a:cubicBezTo>
                  <a:pt x="2590402" y="2543052"/>
                  <a:pt x="2331640" y="2859871"/>
                  <a:pt x="1987800" y="2707378"/>
                </a:cubicBezTo>
                <a:cubicBezTo>
                  <a:pt x="1763640" y="2607782"/>
                  <a:pt x="1580044" y="2342268"/>
                  <a:pt x="1571775" y="2085562"/>
                </a:cubicBezTo>
                <a:cubicBezTo>
                  <a:pt x="1556983" y="1612648"/>
                  <a:pt x="2147977" y="1430482"/>
                  <a:pt x="2085622" y="1038354"/>
                </a:cubicBezTo>
                <a:cubicBezTo>
                  <a:pt x="2048252" y="804151"/>
                  <a:pt x="1799013" y="625551"/>
                  <a:pt x="1614635" y="560521"/>
                </a:cubicBezTo>
                <a:cubicBezTo>
                  <a:pt x="1263737" y="436354"/>
                  <a:pt x="1061091" y="667936"/>
                  <a:pt x="825009" y="518839"/>
                </a:cubicBezTo>
                <a:cubicBezTo>
                  <a:pt x="671642" y="421917"/>
                  <a:pt x="576178" y="209445"/>
                  <a:pt x="599925" y="143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Google Shape;221;p4">
            <a:extLst>
              <a:ext uri="{FF2B5EF4-FFF2-40B4-BE49-F238E27FC236}">
                <a16:creationId xmlns:a16="http://schemas.microsoft.com/office/drawing/2014/main" id="{4AE41B3C-B136-5453-6784-41CE28724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374" y="835676"/>
            <a:ext cx="51900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SzPts val="3000"/>
            </a:pPr>
            <a:r>
              <a:rPr lang="en" dirty="0">
                <a:solidFill>
                  <a:srgbClr val="1C9995"/>
                </a:solidFill>
              </a:rPr>
              <a:t>North Star Metrics</a:t>
            </a:r>
            <a:endParaRPr dirty="0">
              <a:solidFill>
                <a:srgbClr val="1C9995"/>
              </a:solidFill>
            </a:endParaRPr>
          </a:p>
        </p:txBody>
      </p:sp>
      <p:sp>
        <p:nvSpPr>
          <p:cNvPr id="2" name="Google Shape;238;p5">
            <a:extLst>
              <a:ext uri="{FF2B5EF4-FFF2-40B4-BE49-F238E27FC236}">
                <a16:creationId xmlns:a16="http://schemas.microsoft.com/office/drawing/2014/main" id="{6F543D2A-0F6A-E06D-2EA5-EFCCAF413C09}"/>
              </a:ext>
            </a:extLst>
          </p:cNvPr>
          <p:cNvSpPr txBox="1">
            <a:spLocks/>
          </p:cNvSpPr>
          <p:nvPr/>
        </p:nvSpPr>
        <p:spPr>
          <a:xfrm>
            <a:off x="481241" y="1622538"/>
            <a:ext cx="8620500" cy="5393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Compared to industry benchmarks, CareBridge Health has low signup rate and low CPC, but higher than average CTR.</a:t>
            </a:r>
          </a:p>
        </p:txBody>
      </p:sp>
      <p:cxnSp>
        <p:nvCxnSpPr>
          <p:cNvPr id="6" name="Google Shape;241;p5">
            <a:extLst>
              <a:ext uri="{FF2B5EF4-FFF2-40B4-BE49-F238E27FC236}">
                <a16:creationId xmlns:a16="http://schemas.microsoft.com/office/drawing/2014/main" id="{B2516925-512C-0459-5BE5-102F0768F7AF}"/>
              </a:ext>
            </a:extLst>
          </p:cNvPr>
          <p:cNvCxnSpPr/>
          <p:nvPr/>
        </p:nvCxnSpPr>
        <p:spPr>
          <a:xfrm>
            <a:off x="5145333" y="2361841"/>
            <a:ext cx="0" cy="3335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" name="Google Shape;243;p5">
            <a:extLst>
              <a:ext uri="{FF2B5EF4-FFF2-40B4-BE49-F238E27FC236}">
                <a16:creationId xmlns:a16="http://schemas.microsoft.com/office/drawing/2014/main" id="{C9B8BEA6-90CF-92AC-4F55-63506A80265C}"/>
              </a:ext>
            </a:extLst>
          </p:cNvPr>
          <p:cNvCxnSpPr/>
          <p:nvPr/>
        </p:nvCxnSpPr>
        <p:spPr>
          <a:xfrm>
            <a:off x="1948375" y="2750153"/>
            <a:ext cx="63822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239;p5">
            <a:extLst>
              <a:ext uri="{FF2B5EF4-FFF2-40B4-BE49-F238E27FC236}">
                <a16:creationId xmlns:a16="http://schemas.microsoft.com/office/drawing/2014/main" id="{3BFCDE77-04E3-6979-A72B-49B205F2CEDC}"/>
              </a:ext>
            </a:extLst>
          </p:cNvPr>
          <p:cNvSpPr txBox="1"/>
          <p:nvPr/>
        </p:nvSpPr>
        <p:spPr>
          <a:xfrm>
            <a:off x="2625099" y="2392345"/>
            <a:ext cx="2611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Signups</a:t>
            </a:r>
            <a:endParaRPr sz="1700" b="1" i="0" u="none" strike="noStrike" cap="none" dirty="0">
              <a:solidFill>
                <a:srgbClr val="1C999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240;p5">
            <a:extLst>
              <a:ext uri="{FF2B5EF4-FFF2-40B4-BE49-F238E27FC236}">
                <a16:creationId xmlns:a16="http://schemas.microsoft.com/office/drawing/2014/main" id="{9F2DCB2E-61D3-5EA1-4E35-6C7611C63547}"/>
              </a:ext>
            </a:extLst>
          </p:cNvPr>
          <p:cNvSpPr txBox="1"/>
          <p:nvPr/>
        </p:nvSpPr>
        <p:spPr>
          <a:xfrm>
            <a:off x="5649653" y="2392345"/>
            <a:ext cx="2611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1C999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Awareness</a:t>
            </a:r>
            <a:endParaRPr sz="1700" b="1" i="0" u="none" strike="noStrike" cap="none" dirty="0">
              <a:solidFill>
                <a:srgbClr val="1C999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" name="Google Shape;229;p5">
            <a:extLst>
              <a:ext uri="{FF2B5EF4-FFF2-40B4-BE49-F238E27FC236}">
                <a16:creationId xmlns:a16="http://schemas.microsoft.com/office/drawing/2014/main" id="{20080B02-8274-5417-1125-5EAA65F83968}"/>
              </a:ext>
            </a:extLst>
          </p:cNvPr>
          <p:cNvGrpSpPr/>
          <p:nvPr/>
        </p:nvGrpSpPr>
        <p:grpSpPr>
          <a:xfrm>
            <a:off x="2625099" y="2866523"/>
            <a:ext cx="2058609" cy="1370689"/>
            <a:chOff x="532667" y="1694036"/>
            <a:chExt cx="2058609" cy="1370689"/>
          </a:xfrm>
        </p:grpSpPr>
        <p:sp>
          <p:nvSpPr>
            <p:cNvPr id="14" name="Google Shape;230;p5">
              <a:extLst>
                <a:ext uri="{FF2B5EF4-FFF2-40B4-BE49-F238E27FC236}">
                  <a16:creationId xmlns:a16="http://schemas.microsoft.com/office/drawing/2014/main" id="{732096FF-ED7D-5864-FBCC-4CD09E6AB06E}"/>
                </a:ext>
              </a:extLst>
            </p:cNvPr>
            <p:cNvSpPr txBox="1"/>
            <p:nvPr/>
          </p:nvSpPr>
          <p:spPr>
            <a:xfrm>
              <a:off x="532667" y="1694036"/>
              <a:ext cx="18081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 dirty="0">
                  <a:solidFill>
                    <a:srgbClr val="251C14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Signup Rate</a:t>
              </a: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5" name="Google Shape;231;p5">
              <a:extLst>
                <a:ext uri="{FF2B5EF4-FFF2-40B4-BE49-F238E27FC236}">
                  <a16:creationId xmlns:a16="http://schemas.microsoft.com/office/drawing/2014/main" id="{A823E2C0-8309-30A8-3FEE-4B0C646B1757}"/>
                </a:ext>
              </a:extLst>
            </p:cNvPr>
            <p:cNvSpPr txBox="1"/>
            <p:nvPr/>
          </p:nvSpPr>
          <p:spPr>
            <a:xfrm>
              <a:off x="532676" y="2067525"/>
              <a:ext cx="20586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From 2019 to 2023, the average signup rate was </a:t>
              </a:r>
              <a:r>
                <a:rPr lang="en-US" sz="1200" b="1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0.2%</a:t>
              </a:r>
              <a:r>
                <a:rPr lang="en-US" sz="1200" b="0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across 16.3K total signups.</a:t>
              </a:r>
            </a:p>
          </p:txBody>
        </p:sp>
      </p:grpSp>
      <p:sp>
        <p:nvSpPr>
          <p:cNvPr id="17" name="Google Shape;233;p5">
            <a:extLst>
              <a:ext uri="{FF2B5EF4-FFF2-40B4-BE49-F238E27FC236}">
                <a16:creationId xmlns:a16="http://schemas.microsoft.com/office/drawing/2014/main" id="{BF5EA10A-99BF-4DD0-770A-1FD30DB00AA3}"/>
              </a:ext>
            </a:extLst>
          </p:cNvPr>
          <p:cNvSpPr txBox="1"/>
          <p:nvPr/>
        </p:nvSpPr>
        <p:spPr>
          <a:xfrm>
            <a:off x="2625108" y="4727074"/>
            <a:ext cx="2058600" cy="9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From 2019 to 2023, the average cost per signup was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$3.7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ranging from $0.6 to $177 per campaign.</a:t>
            </a:r>
            <a:endParaRPr sz="1200" b="0" i="0" u="none" strike="noStrike" cap="none" dirty="0">
              <a:solidFill>
                <a:srgbClr val="241C1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8" name="Google Shape;230;p5">
            <a:extLst>
              <a:ext uri="{FF2B5EF4-FFF2-40B4-BE49-F238E27FC236}">
                <a16:creationId xmlns:a16="http://schemas.microsoft.com/office/drawing/2014/main" id="{95CD3DFC-D436-50A1-54F9-F45576501239}"/>
              </a:ext>
            </a:extLst>
          </p:cNvPr>
          <p:cNvSpPr txBox="1"/>
          <p:nvPr/>
        </p:nvSpPr>
        <p:spPr>
          <a:xfrm>
            <a:off x="2625099" y="4368995"/>
            <a:ext cx="18081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Cost per Signup</a:t>
            </a:r>
            <a:endParaRPr sz="1700" b="0" i="0" u="none" strike="noStrike" cap="none" dirty="0">
              <a:solidFill>
                <a:srgbClr val="251C14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251C14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9" name="Google Shape;234;p5">
            <a:extLst>
              <a:ext uri="{FF2B5EF4-FFF2-40B4-BE49-F238E27FC236}">
                <a16:creationId xmlns:a16="http://schemas.microsoft.com/office/drawing/2014/main" id="{3F3BFFCB-449D-A1E7-4893-28B02AB9622A}"/>
              </a:ext>
            </a:extLst>
          </p:cNvPr>
          <p:cNvGrpSpPr/>
          <p:nvPr/>
        </p:nvGrpSpPr>
        <p:grpSpPr>
          <a:xfrm>
            <a:off x="5647682" y="3412067"/>
            <a:ext cx="2611502" cy="1370700"/>
            <a:chOff x="608876" y="3955900"/>
            <a:chExt cx="2611502" cy="1370700"/>
          </a:xfrm>
        </p:grpSpPr>
        <p:sp>
          <p:nvSpPr>
            <p:cNvPr id="20" name="Google Shape;235;p5">
              <a:extLst>
                <a:ext uri="{FF2B5EF4-FFF2-40B4-BE49-F238E27FC236}">
                  <a16:creationId xmlns:a16="http://schemas.microsoft.com/office/drawing/2014/main" id="{6D6696B2-C3B8-E86E-6BDF-5A9E156FC73A}"/>
                </a:ext>
              </a:extLst>
            </p:cNvPr>
            <p:cNvSpPr txBox="1"/>
            <p:nvPr/>
          </p:nvSpPr>
          <p:spPr>
            <a:xfrm>
              <a:off x="608878" y="3955900"/>
              <a:ext cx="26115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" sz="1700" b="0" i="0" u="none" strike="noStrike" cap="none" dirty="0">
                  <a:solidFill>
                    <a:srgbClr val="251C14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Click Through Rate</a:t>
              </a:r>
              <a:endParaRPr sz="1700" b="0" i="0" u="none" strike="noStrike" cap="none" dirty="0">
                <a:solidFill>
                  <a:srgbClr val="251C14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1" name="Google Shape;236;p5">
              <a:extLst>
                <a:ext uri="{FF2B5EF4-FFF2-40B4-BE49-F238E27FC236}">
                  <a16:creationId xmlns:a16="http://schemas.microsoft.com/office/drawing/2014/main" id="{88887F07-412D-A60B-3A38-E5514CDCE0CE}"/>
                </a:ext>
              </a:extLst>
            </p:cNvPr>
            <p:cNvSpPr txBox="1"/>
            <p:nvPr/>
          </p:nvSpPr>
          <p:spPr>
            <a:xfrm>
              <a:off x="608876" y="4329400"/>
              <a:ext cx="2058600" cy="9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From 2019 to 2023, the average click through rate was </a:t>
              </a:r>
              <a:r>
                <a:rPr lang="en-US" sz="1200" b="1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9.4%</a:t>
              </a:r>
              <a:r>
                <a:rPr lang="en-US" sz="1200" b="0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across 9M impressions.</a:t>
              </a:r>
              <a:endParaRPr sz="1200" b="0" i="0" u="none" strike="noStrike" cap="none" dirty="0">
                <a:solidFill>
                  <a:srgbClr val="241C1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CA92B2DE-D108-759B-3CB9-40C9C72A2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9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8AD36-F213-E6AD-4774-9A5E52A5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124466-2FF3-8F13-68C8-E16BCA142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FB2F09-78D2-775D-F74B-DEE6BAE9E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AC1D03E5-FAB0-83D7-E5A0-D1444A7C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Fill">
            <a:extLst>
              <a:ext uri="{FF2B5EF4-FFF2-40B4-BE49-F238E27FC236}">
                <a16:creationId xmlns:a16="http://schemas.microsoft.com/office/drawing/2014/main" id="{989989B9-61CD-1070-5A73-4D1CB4803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C0D56F5-CCA8-02A6-19DA-C44406AD7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213;p3">
            <a:extLst>
              <a:ext uri="{FF2B5EF4-FFF2-40B4-BE49-F238E27FC236}">
                <a16:creationId xmlns:a16="http://schemas.microsoft.com/office/drawing/2014/main" id="{9FE5F189-4E88-D0DD-BDDC-09D592B874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6837" y="2961385"/>
            <a:ext cx="6317926" cy="93523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SzPts val="6000"/>
            </a:pPr>
            <a:r>
              <a:rPr lang="en-US" sz="5400" b="1" dirty="0">
                <a:solidFill>
                  <a:srgbClr val="1C9995"/>
                </a:solidFill>
              </a:rPr>
              <a:t>Insights Deep-Dive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E5929-75A5-1CCB-2CB1-00FF914D8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1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91B5D-23FC-021C-6EA7-CFB66F59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E20617-5A38-4FAF-8FE0-B4C6A95F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1E23747-C918-4EC5-811F-876AFAD74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Google Shape;274;p9">
            <a:extLst>
              <a:ext uri="{FF2B5EF4-FFF2-40B4-BE49-F238E27FC236}">
                <a16:creationId xmlns:a16="http://schemas.microsoft.com/office/drawing/2014/main" id="{F7FF4E5A-F341-087A-9978-E900A26E2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0197" y="552782"/>
            <a:ext cx="4451377" cy="1371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ts val="0"/>
              </a:spcBef>
              <a:buClr>
                <a:schemeClr val="accent1"/>
              </a:buClr>
              <a:buSzPts val="3000"/>
            </a:pPr>
            <a:r>
              <a:rPr lang="en-US" sz="2600" dirty="0">
                <a:solidFill>
                  <a:srgbClr val="1C9995"/>
                </a:solidFill>
                <a:latin typeface="Helvetica Neue Light"/>
                <a:sym typeface="Helvetica Neue Light"/>
              </a:rPr>
              <a:t>Signup rate was by far the highest among Health For All campaigns.</a:t>
            </a:r>
          </a:p>
        </p:txBody>
      </p:sp>
      <p:sp>
        <p:nvSpPr>
          <p:cNvPr id="25" name="Google Shape;275;p9">
            <a:extLst>
              <a:ext uri="{FF2B5EF4-FFF2-40B4-BE49-F238E27FC236}">
                <a16:creationId xmlns:a16="http://schemas.microsoft.com/office/drawing/2014/main" id="{75BC7C7A-DA21-4031-353C-8F48D1C21B0E}"/>
              </a:ext>
            </a:extLst>
          </p:cNvPr>
          <p:cNvSpPr txBox="1">
            <a:spLocks/>
          </p:cNvSpPr>
          <p:nvPr/>
        </p:nvSpPr>
        <p:spPr>
          <a:xfrm>
            <a:off x="610197" y="2157459"/>
            <a:ext cx="4769671" cy="34752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Across campaign categories, </a:t>
            </a:r>
            <a:r>
              <a:rPr lang="en-US" sz="1600" dirty="0">
                <a:sym typeface="Helvetica Neue"/>
              </a:rPr>
              <a:t>Health for All campaigns had the best-performing signup rate </a:t>
            </a:r>
            <a:r>
              <a:rPr lang="en-US" sz="1600" dirty="0"/>
              <a:t>(2.08%) and the second-highest number of signups (3.5K).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This high signup rate is due to the </a:t>
            </a:r>
            <a:r>
              <a:rPr lang="en-US" sz="1600" dirty="0">
                <a:sym typeface="Helvetica Neue"/>
              </a:rPr>
              <a:t>Health Awareness campaign type,</a:t>
            </a:r>
            <a:r>
              <a:rPr lang="en-US" sz="1600" dirty="0"/>
              <a:t> which had by far the highest signup rate across all campaign types (2.78%).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Interestingly, the category with the highest number of signups - </a:t>
            </a:r>
            <a:r>
              <a:rPr lang="en-US" sz="1600" dirty="0">
                <a:sym typeface="Helvetica Neue"/>
              </a:rPr>
              <a:t>#HealthyLiving - had a comparably low signup rate at 0.3%.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11CB7F-919A-94DC-2F72-115C4C41E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174ADA7-7CA9-DF5E-369C-45439C69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586" y="413877"/>
            <a:ext cx="4520347" cy="2886478"/>
          </a:xfrm>
          <a:prstGeom prst="rect">
            <a:avLst/>
          </a:prstGeom>
        </p:spPr>
      </p:pic>
      <p:sp>
        <p:nvSpPr>
          <p:cNvPr id="28" name="Google Shape;280;p9">
            <a:extLst>
              <a:ext uri="{FF2B5EF4-FFF2-40B4-BE49-F238E27FC236}">
                <a16:creationId xmlns:a16="http://schemas.microsoft.com/office/drawing/2014/main" id="{9AAD8B02-6946-625C-3453-8745C4CA32C2}"/>
              </a:ext>
            </a:extLst>
          </p:cNvPr>
          <p:cNvSpPr/>
          <p:nvPr/>
        </p:nvSpPr>
        <p:spPr>
          <a:xfrm>
            <a:off x="6859351" y="642065"/>
            <a:ext cx="4460581" cy="188898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80;p9">
            <a:extLst>
              <a:ext uri="{FF2B5EF4-FFF2-40B4-BE49-F238E27FC236}">
                <a16:creationId xmlns:a16="http://schemas.microsoft.com/office/drawing/2014/main" id="{A5698479-BFAB-F9EA-DA80-B791C7A5A3B9}"/>
              </a:ext>
            </a:extLst>
          </p:cNvPr>
          <p:cNvSpPr/>
          <p:nvPr/>
        </p:nvSpPr>
        <p:spPr>
          <a:xfrm>
            <a:off x="6859352" y="1238434"/>
            <a:ext cx="4460580" cy="188898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ED132B0-9BBA-1934-94FF-7D073028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932" y="4175728"/>
            <a:ext cx="5209071" cy="1457012"/>
          </a:xfrm>
          <a:prstGeom prst="rect">
            <a:avLst/>
          </a:prstGeom>
        </p:spPr>
      </p:pic>
      <p:sp>
        <p:nvSpPr>
          <p:cNvPr id="41" name="Google Shape;280;p9">
            <a:extLst>
              <a:ext uri="{FF2B5EF4-FFF2-40B4-BE49-F238E27FC236}">
                <a16:creationId xmlns:a16="http://schemas.microsoft.com/office/drawing/2014/main" id="{5D4ACC68-8855-5154-B3BF-E75F0704DCD7}"/>
              </a:ext>
            </a:extLst>
          </p:cNvPr>
          <p:cNvSpPr/>
          <p:nvPr/>
        </p:nvSpPr>
        <p:spPr>
          <a:xfrm>
            <a:off x="6799586" y="4378598"/>
            <a:ext cx="5158417" cy="184935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09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7D779-49E1-984A-0AC0-B076EAFF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Background Fill">
            <a:extLst>
              <a:ext uri="{FF2B5EF4-FFF2-40B4-BE49-F238E27FC236}">
                <a16:creationId xmlns:a16="http://schemas.microsoft.com/office/drawing/2014/main" id="{26CCE8E0-C970-E92C-A0BF-8BF60F754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7E75E0-557C-3706-29D4-EDB91601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88B606C-E2D7-BA9D-5205-FEF271EB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Google Shape;274;p9">
            <a:extLst>
              <a:ext uri="{FF2B5EF4-FFF2-40B4-BE49-F238E27FC236}">
                <a16:creationId xmlns:a16="http://schemas.microsoft.com/office/drawing/2014/main" id="{01AEB752-0954-DD47-1500-3FA60EEB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0197" y="552782"/>
            <a:ext cx="4451377" cy="1371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accent1"/>
              </a:buClr>
              <a:buSzPts val="3000"/>
            </a:pPr>
            <a:r>
              <a:rPr lang="en-US" sz="2600" dirty="0">
                <a:solidFill>
                  <a:srgbClr val="1C9995"/>
                </a:solidFill>
                <a:latin typeface="Helvetica Neue Light"/>
                <a:sym typeface="Helvetica Neue Light"/>
              </a:rPr>
              <a:t>Health for All campaigns also outperformed on CTR compared to campaigns with more impressions.</a:t>
            </a:r>
          </a:p>
        </p:txBody>
      </p:sp>
      <p:sp>
        <p:nvSpPr>
          <p:cNvPr id="25" name="Google Shape;275;p9">
            <a:extLst>
              <a:ext uri="{FF2B5EF4-FFF2-40B4-BE49-F238E27FC236}">
                <a16:creationId xmlns:a16="http://schemas.microsoft.com/office/drawing/2014/main" id="{77642605-F3F5-CA8E-4169-0D375D497D17}"/>
              </a:ext>
            </a:extLst>
          </p:cNvPr>
          <p:cNvSpPr txBox="1">
            <a:spLocks/>
          </p:cNvSpPr>
          <p:nvPr/>
        </p:nvSpPr>
        <p:spPr>
          <a:xfrm>
            <a:off x="610197" y="2157459"/>
            <a:ext cx="4769671" cy="34752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Across categories, Health for All and Benefit Updates performed nearly 3-4x better than the average CTR at 25% and 22%, respectively.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Within the two categories with high CTR, product promotion-based campaigns had relatively low CTR (0% and 7%).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Family Coverage Plan had high impressions but no clicks - this needs to be investigated and could be due to missing data or issues with the campaign.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27A7EF0-470D-90E3-F9DC-2AAB1A083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E0F21-D4A8-44B6-8280-A7111DC0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932" y="552782"/>
            <a:ext cx="4016177" cy="3301709"/>
          </a:xfrm>
          <a:prstGeom prst="rect">
            <a:avLst/>
          </a:prstGeom>
        </p:spPr>
      </p:pic>
      <p:sp>
        <p:nvSpPr>
          <p:cNvPr id="28" name="Google Shape;280;p9">
            <a:extLst>
              <a:ext uri="{FF2B5EF4-FFF2-40B4-BE49-F238E27FC236}">
                <a16:creationId xmlns:a16="http://schemas.microsoft.com/office/drawing/2014/main" id="{94019C91-7BD6-8AB5-6CD5-8661F4162400}"/>
              </a:ext>
            </a:extLst>
          </p:cNvPr>
          <p:cNvSpPr/>
          <p:nvPr/>
        </p:nvSpPr>
        <p:spPr>
          <a:xfrm>
            <a:off x="6973556" y="835117"/>
            <a:ext cx="3955553" cy="468749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0FD502-AAE4-BD0B-9B7B-5B2FBEF6D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564" y="4689608"/>
            <a:ext cx="4591691" cy="771633"/>
          </a:xfrm>
          <a:prstGeom prst="rect">
            <a:avLst/>
          </a:prstGeom>
        </p:spPr>
      </p:pic>
      <p:sp>
        <p:nvSpPr>
          <p:cNvPr id="12" name="Google Shape;280;p9">
            <a:extLst>
              <a:ext uri="{FF2B5EF4-FFF2-40B4-BE49-F238E27FC236}">
                <a16:creationId xmlns:a16="http://schemas.microsoft.com/office/drawing/2014/main" id="{4A195C4D-FD06-7749-E59C-40DC43707B46}"/>
              </a:ext>
            </a:extLst>
          </p:cNvPr>
          <p:cNvSpPr/>
          <p:nvPr/>
        </p:nvSpPr>
        <p:spPr>
          <a:xfrm>
            <a:off x="6564653" y="5075424"/>
            <a:ext cx="4515602" cy="385817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619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ADA21-97AE-0BB5-F4C1-A9B68E9ED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Background Fill">
            <a:extLst>
              <a:ext uri="{FF2B5EF4-FFF2-40B4-BE49-F238E27FC236}">
                <a16:creationId xmlns:a16="http://schemas.microsoft.com/office/drawing/2014/main" id="{DEB2E8DB-6D03-DCB6-D2F5-C1B4DF9F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D03B59-1FEE-010C-728C-D07D99FDB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D0FCCC8-3EB5-E632-34FD-F12DABD78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Google Shape;274;p9">
            <a:extLst>
              <a:ext uri="{FF2B5EF4-FFF2-40B4-BE49-F238E27FC236}">
                <a16:creationId xmlns:a16="http://schemas.microsoft.com/office/drawing/2014/main" id="{A408ABED-7397-0DF6-D697-867C7D3674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0197" y="552782"/>
            <a:ext cx="4451377" cy="1371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accent1"/>
              </a:buClr>
              <a:buSzPts val="3000"/>
            </a:pPr>
            <a:r>
              <a:rPr lang="en-US" sz="2600" dirty="0">
                <a:solidFill>
                  <a:srgbClr val="1C9995"/>
                </a:solidFill>
                <a:latin typeface="Helvetica Neue Light"/>
                <a:sym typeface="Helvetica Neue Light"/>
              </a:rPr>
              <a:t>Cost per signup was high for Golden Years Security, which performed poorly in terms of cost and volume.</a:t>
            </a:r>
          </a:p>
        </p:txBody>
      </p:sp>
      <p:sp>
        <p:nvSpPr>
          <p:cNvPr id="25" name="Google Shape;275;p9">
            <a:extLst>
              <a:ext uri="{FF2B5EF4-FFF2-40B4-BE49-F238E27FC236}">
                <a16:creationId xmlns:a16="http://schemas.microsoft.com/office/drawing/2014/main" id="{5E53FA66-EDB5-80CC-1483-139D7E59F1C1}"/>
              </a:ext>
            </a:extLst>
          </p:cNvPr>
          <p:cNvSpPr txBox="1">
            <a:spLocks/>
          </p:cNvSpPr>
          <p:nvPr/>
        </p:nvSpPr>
        <p:spPr>
          <a:xfrm>
            <a:off x="610197" y="2157459"/>
            <a:ext cx="4769671" cy="347528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Across campaign categories, Golden Years Security had by far the highest cost per signup ($177), as well as the lowest number of signups (23), compared to an average of $3.7.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Within the two campaign categories with highest cost per signup, info-based campaign types (like offers and policy info) drove high costs per signup.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sz="1600" dirty="0"/>
              <a:t>Some COVID-based campaigns also had abnormally high CACs at $1.2-$1.3K.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100"/>
            </a:pP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84D43A-6CBB-4737-B396-50377CDB2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547E82-97C2-3269-63C1-32887A20F72B}"/>
              </a:ext>
            </a:extLst>
          </p:cNvPr>
          <p:cNvSpPr txBox="1"/>
          <p:nvPr/>
        </p:nvSpPr>
        <p:spPr>
          <a:xfrm>
            <a:off x="607148" y="5523523"/>
            <a:ext cx="29040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/>
              <a:t>More on this in the Appendix section.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BC988-6703-D616-B741-64C5EB1EA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696" y="723746"/>
            <a:ext cx="4261319" cy="2867425"/>
          </a:xfrm>
          <a:prstGeom prst="rect">
            <a:avLst/>
          </a:prstGeom>
        </p:spPr>
      </p:pic>
      <p:sp>
        <p:nvSpPr>
          <p:cNvPr id="28" name="Google Shape;280;p9">
            <a:extLst>
              <a:ext uri="{FF2B5EF4-FFF2-40B4-BE49-F238E27FC236}">
                <a16:creationId xmlns:a16="http://schemas.microsoft.com/office/drawing/2014/main" id="{6B84DF78-C1E8-4351-E486-4C62C2ACE45F}"/>
              </a:ext>
            </a:extLst>
          </p:cNvPr>
          <p:cNvSpPr/>
          <p:nvPr/>
        </p:nvSpPr>
        <p:spPr>
          <a:xfrm>
            <a:off x="6929746" y="938803"/>
            <a:ext cx="4258270" cy="229597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9E4196-4833-0DB9-0C18-8089A47F9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973" y="4841951"/>
            <a:ext cx="5401402" cy="1077246"/>
          </a:xfrm>
          <a:prstGeom prst="rect">
            <a:avLst/>
          </a:prstGeom>
        </p:spPr>
      </p:pic>
      <p:sp>
        <p:nvSpPr>
          <p:cNvPr id="13" name="Google Shape;280;p9">
            <a:extLst>
              <a:ext uri="{FF2B5EF4-FFF2-40B4-BE49-F238E27FC236}">
                <a16:creationId xmlns:a16="http://schemas.microsoft.com/office/drawing/2014/main" id="{321AE8DD-B5A1-9BF4-395D-FA35CE8CED8F}"/>
              </a:ext>
            </a:extLst>
          </p:cNvPr>
          <p:cNvSpPr/>
          <p:nvPr/>
        </p:nvSpPr>
        <p:spPr>
          <a:xfrm>
            <a:off x="6482923" y="5032750"/>
            <a:ext cx="5401401" cy="227771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80;p9">
            <a:extLst>
              <a:ext uri="{FF2B5EF4-FFF2-40B4-BE49-F238E27FC236}">
                <a16:creationId xmlns:a16="http://schemas.microsoft.com/office/drawing/2014/main" id="{6FA9D899-6AC3-4833-0BA2-20663737B79A}"/>
              </a:ext>
            </a:extLst>
          </p:cNvPr>
          <p:cNvSpPr/>
          <p:nvPr/>
        </p:nvSpPr>
        <p:spPr>
          <a:xfrm>
            <a:off x="6482923" y="5466146"/>
            <a:ext cx="5401401" cy="227771"/>
          </a:xfrm>
          <a:prstGeom prst="rect">
            <a:avLst/>
          </a:prstGeom>
          <a:solidFill>
            <a:srgbClr val="95D0CA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119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92B3F-2854-2CBC-0C86-6FF3A6093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C6E50DC-3777-BE4C-98DB-36331E331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B32B39-B181-BBAE-3E6F-FF3D82749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BDEDFD09-068E-8765-C52E-F8DC9DBB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Fill">
            <a:extLst>
              <a:ext uri="{FF2B5EF4-FFF2-40B4-BE49-F238E27FC236}">
                <a16:creationId xmlns:a16="http://schemas.microsoft.com/office/drawing/2014/main" id="{90E7B79A-8EDF-1DEB-A34B-D7E39F0B5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23AC312-742A-4B4D-FCAC-52BD9F986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213;p3">
            <a:extLst>
              <a:ext uri="{FF2B5EF4-FFF2-40B4-BE49-F238E27FC236}">
                <a16:creationId xmlns:a16="http://schemas.microsoft.com/office/drawing/2014/main" id="{EAACEE3E-3321-49A4-5718-6D61BE445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5164" y="2796184"/>
            <a:ext cx="7278624" cy="149860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>
              <a:spcAft>
                <a:spcPts val="0"/>
              </a:spcAft>
              <a:buSzPts val="6000"/>
            </a:pPr>
            <a:r>
              <a:rPr lang="en-US" sz="5400" b="1" dirty="0">
                <a:solidFill>
                  <a:srgbClr val="1C9995"/>
                </a:solidFill>
              </a:rPr>
              <a:t>Recommendations and </a:t>
            </a:r>
            <a:br>
              <a:rPr lang="en-US" sz="5400" b="1" dirty="0">
                <a:solidFill>
                  <a:srgbClr val="1C9995"/>
                </a:solidFill>
              </a:rPr>
            </a:br>
            <a:r>
              <a:rPr lang="en-US" sz="5400" b="1" dirty="0">
                <a:solidFill>
                  <a:srgbClr val="1C9995"/>
                </a:solidFill>
              </a:rPr>
              <a:t>Next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EA2BB-50DF-64B9-CBCF-2BC436F1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5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0B39A6-D628-4338-9D6E-995B6A73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315;p14">
            <a:extLst>
              <a:ext uri="{FF2B5EF4-FFF2-40B4-BE49-F238E27FC236}">
                <a16:creationId xmlns:a16="http://schemas.microsoft.com/office/drawing/2014/main" id="{00DCC819-0723-60E6-8C8D-616AEA80E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810562"/>
            <a:ext cx="4746752" cy="747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SzPts val="3000"/>
            </a:pPr>
            <a:r>
              <a:rPr lang="en-US" sz="3300" dirty="0">
                <a:solidFill>
                  <a:srgbClr val="1C9995"/>
                </a:solidFill>
                <a:latin typeface="Helvetica Neue Light"/>
              </a:rPr>
              <a:t>Key </a:t>
            </a:r>
            <a:r>
              <a:rPr lang="en-US" sz="3300" dirty="0">
                <a:solidFill>
                  <a:srgbClr val="1C9995"/>
                </a:solidFill>
                <a:latin typeface="Helvetica Neue Light"/>
                <a:sym typeface="Helvetica Neue Light"/>
              </a:rPr>
              <a:t>Recommendations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EB82B4-D9A1-4145-93F1-004DC0B9B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6630" y="4160168"/>
            <a:ext cx="2832322" cy="2697833"/>
          </a:xfrm>
          <a:custGeom>
            <a:avLst/>
            <a:gdLst>
              <a:gd name="connsiteX0" fmla="*/ 638993 w 2832322"/>
              <a:gd name="connsiteY0" fmla="*/ 1429605 h 2697833"/>
              <a:gd name="connsiteX1" fmla="*/ 798503 w 2832322"/>
              <a:gd name="connsiteY1" fmla="*/ 1509001 h 2697833"/>
              <a:gd name="connsiteX2" fmla="*/ 739507 w 2832322"/>
              <a:gd name="connsiteY2" fmla="*/ 1729178 h 2697833"/>
              <a:gd name="connsiteX3" fmla="*/ 519329 w 2832322"/>
              <a:gd name="connsiteY3" fmla="*/ 1670181 h 2697833"/>
              <a:gd name="connsiteX4" fmla="*/ 578327 w 2832322"/>
              <a:gd name="connsiteY4" fmla="*/ 1450005 h 2697833"/>
              <a:gd name="connsiteX5" fmla="*/ 638993 w 2832322"/>
              <a:gd name="connsiteY5" fmla="*/ 1429605 h 2697833"/>
              <a:gd name="connsiteX6" fmla="*/ 1252193 w 2832322"/>
              <a:gd name="connsiteY6" fmla="*/ 835524 h 2697833"/>
              <a:gd name="connsiteX7" fmla="*/ 1511699 w 2832322"/>
              <a:gd name="connsiteY7" fmla="*/ 997686 h 2697833"/>
              <a:gd name="connsiteX8" fmla="*/ 1392436 w 2832322"/>
              <a:gd name="connsiteY8" fmla="*/ 1442788 h 2697833"/>
              <a:gd name="connsiteX9" fmla="*/ 947333 w 2832322"/>
              <a:gd name="connsiteY9" fmla="*/ 1323523 h 2697833"/>
              <a:gd name="connsiteX10" fmla="*/ 1066598 w 2832322"/>
              <a:gd name="connsiteY10" fmla="*/ 878421 h 2697833"/>
              <a:gd name="connsiteX11" fmla="*/ 1252193 w 2832322"/>
              <a:gd name="connsiteY11" fmla="*/ 835524 h 2697833"/>
              <a:gd name="connsiteX12" fmla="*/ 2832322 w 2832322"/>
              <a:gd name="connsiteY12" fmla="*/ 0 h 2697833"/>
              <a:gd name="connsiteX13" fmla="*/ 2832322 w 2832322"/>
              <a:gd name="connsiteY13" fmla="*/ 2697833 h 2697833"/>
              <a:gd name="connsiteX14" fmla="*/ 0 w 2832322"/>
              <a:gd name="connsiteY14" fmla="*/ 2697833 h 2697833"/>
              <a:gd name="connsiteX15" fmla="*/ 12966 w 2832322"/>
              <a:gd name="connsiteY15" fmla="*/ 2631781 h 2697833"/>
              <a:gd name="connsiteX16" fmla="*/ 1052443 w 2832322"/>
              <a:gd name="connsiteY16" fmla="*/ 1806313 h 2697833"/>
              <a:gd name="connsiteX17" fmla="*/ 1721430 w 2832322"/>
              <a:gd name="connsiteY17" fmla="*/ 1489397 h 2697833"/>
              <a:gd name="connsiteX18" fmla="*/ 2115839 w 2832322"/>
              <a:gd name="connsiteY18" fmla="*/ 696540 h 2697833"/>
              <a:gd name="connsiteX19" fmla="*/ 2590689 w 2832322"/>
              <a:gd name="connsiteY19" fmla="*/ 99461 h 2697833"/>
              <a:gd name="connsiteX20" fmla="*/ 2730434 w 2832322"/>
              <a:gd name="connsiteY20" fmla="*/ 32840 h 269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32322" h="2697833">
                <a:moveTo>
                  <a:pt x="638993" y="1429605"/>
                </a:moveTo>
                <a:cubicBezTo>
                  <a:pt x="701328" y="1421871"/>
                  <a:pt x="765121" y="1451183"/>
                  <a:pt x="798503" y="1509001"/>
                </a:cubicBezTo>
                <a:cubicBezTo>
                  <a:pt x="843012" y="1586093"/>
                  <a:pt x="816599" y="1684670"/>
                  <a:pt x="739507" y="1729178"/>
                </a:cubicBezTo>
                <a:cubicBezTo>
                  <a:pt x="662415" y="1773688"/>
                  <a:pt x="563838" y="1747275"/>
                  <a:pt x="519329" y="1670181"/>
                </a:cubicBezTo>
                <a:cubicBezTo>
                  <a:pt x="474820" y="1593091"/>
                  <a:pt x="501234" y="1494514"/>
                  <a:pt x="578327" y="1450005"/>
                </a:cubicBezTo>
                <a:cubicBezTo>
                  <a:pt x="597599" y="1438878"/>
                  <a:pt x="618215" y="1432183"/>
                  <a:pt x="638993" y="1429605"/>
                </a:cubicBezTo>
                <a:close/>
                <a:moveTo>
                  <a:pt x="1252193" y="835524"/>
                </a:moveTo>
                <a:cubicBezTo>
                  <a:pt x="1356532" y="842898"/>
                  <a:pt x="1455464" y="900282"/>
                  <a:pt x="1511699" y="997686"/>
                </a:cubicBezTo>
                <a:cubicBezTo>
                  <a:pt x="1601677" y="1153532"/>
                  <a:pt x="1548280" y="1352810"/>
                  <a:pt x="1392436" y="1442788"/>
                </a:cubicBezTo>
                <a:cubicBezTo>
                  <a:pt x="1236589" y="1532766"/>
                  <a:pt x="1037311" y="1479369"/>
                  <a:pt x="947333" y="1323523"/>
                </a:cubicBezTo>
                <a:cubicBezTo>
                  <a:pt x="857356" y="1167678"/>
                  <a:pt x="910753" y="968399"/>
                  <a:pt x="1066598" y="878421"/>
                </a:cubicBezTo>
                <a:cubicBezTo>
                  <a:pt x="1125040" y="844680"/>
                  <a:pt x="1189590" y="831101"/>
                  <a:pt x="1252193" y="835524"/>
                </a:cubicBezTo>
                <a:close/>
                <a:moveTo>
                  <a:pt x="2832322" y="0"/>
                </a:moveTo>
                <a:lnTo>
                  <a:pt x="2832322" y="2697833"/>
                </a:lnTo>
                <a:lnTo>
                  <a:pt x="0" y="2697833"/>
                </a:lnTo>
                <a:lnTo>
                  <a:pt x="12966" y="2631781"/>
                </a:lnTo>
                <a:cubicBezTo>
                  <a:pt x="140000" y="2184738"/>
                  <a:pt x="505773" y="1908362"/>
                  <a:pt x="1052443" y="1806313"/>
                </a:cubicBezTo>
                <a:cubicBezTo>
                  <a:pt x="1303109" y="1759472"/>
                  <a:pt x="1574698" y="1718763"/>
                  <a:pt x="1721430" y="1489397"/>
                </a:cubicBezTo>
                <a:cubicBezTo>
                  <a:pt x="1879597" y="1241842"/>
                  <a:pt x="2005704" y="970478"/>
                  <a:pt x="2115839" y="696540"/>
                </a:cubicBezTo>
                <a:cubicBezTo>
                  <a:pt x="2216937" y="444582"/>
                  <a:pt x="2354076" y="231931"/>
                  <a:pt x="2590689" y="99461"/>
                </a:cubicBezTo>
                <a:cubicBezTo>
                  <a:pt x="2637069" y="73498"/>
                  <a:pt x="2683655" y="51402"/>
                  <a:pt x="2730434" y="328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Google Shape;316;p14">
            <a:extLst>
              <a:ext uri="{FF2B5EF4-FFF2-40B4-BE49-F238E27FC236}">
                <a16:creationId xmlns:a16="http://schemas.microsoft.com/office/drawing/2014/main" id="{0F453790-4817-857C-050D-98229AF74688}"/>
              </a:ext>
            </a:extLst>
          </p:cNvPr>
          <p:cNvSpPr/>
          <p:nvPr/>
        </p:nvSpPr>
        <p:spPr>
          <a:xfrm>
            <a:off x="841248" y="1683093"/>
            <a:ext cx="9228866" cy="264453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marR="0" lvl="0" defTabSz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</a:pPr>
            <a:r>
              <a:rPr lang="en-US" sz="1300" b="0" i="0" u="none" strike="noStrike" cap="none" dirty="0">
                <a:sym typeface="Helvetica Neue Light"/>
              </a:rPr>
              <a:t>Increase Signups and Awareness</a:t>
            </a:r>
          </a:p>
          <a:p>
            <a:pPr marL="571500" marR="0" lvl="0" indent="-285750" defTabSz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Avenir Next LT Pro" panose="020B0504020202020204" pitchFamily="34" charset="0"/>
              <a:buChar char="•"/>
            </a:pPr>
            <a:r>
              <a:rPr lang="en-US" sz="1300" b="1" dirty="0">
                <a:sym typeface="Helvetica Neue"/>
              </a:rPr>
              <a:t>Golden Years Security:</a:t>
            </a:r>
            <a:r>
              <a:rPr lang="en-US" sz="1300" dirty="0">
                <a:sym typeface="Helvetica Neue"/>
              </a:rPr>
              <a:t> Consider discontinuing or redesigning this campaign due to low CTR and high cost per signup.</a:t>
            </a:r>
            <a:endParaRPr lang="en-US" sz="1300" b="1" dirty="0">
              <a:sym typeface="Helvetica Neue"/>
            </a:endParaRPr>
          </a:p>
          <a:p>
            <a:pPr marL="571500" marR="0" lvl="0" indent="-285750" defTabSz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Avenir Next LT Pro" panose="020B0504020202020204" pitchFamily="34" charset="0"/>
              <a:buChar char="•"/>
            </a:pPr>
            <a:r>
              <a:rPr lang="en-US" sz="1300" b="1" dirty="0">
                <a:sym typeface="Helvetica Neue"/>
              </a:rPr>
              <a:t>Health For All: </a:t>
            </a:r>
            <a:r>
              <a:rPr lang="en-US" sz="1300" dirty="0">
                <a:sym typeface="Helvetica Neue"/>
              </a:rPr>
              <a:t>Increase investment, particularly in Health Awareness campaign types that demonstrate strong conversion performance.</a:t>
            </a:r>
          </a:p>
          <a:p>
            <a:pPr marL="571500" marR="0" lvl="0" indent="-285750" defTabSz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Avenir Next LT Pro" panose="020B0504020202020204" pitchFamily="34" charset="0"/>
              <a:buChar char="•"/>
            </a:pPr>
            <a:r>
              <a:rPr lang="en-US" sz="1300" b="1" dirty="0">
                <a:sym typeface="Helvetica Neue"/>
              </a:rPr>
              <a:t>Compare Health Coverage:</a:t>
            </a:r>
            <a:r>
              <a:rPr lang="en-US" sz="1300" dirty="0">
                <a:sym typeface="Helvetica Neue"/>
              </a:rPr>
              <a:t> Collaborate with actuarial teams to assess whether this campaign attracts higher-risk customer profiles</a:t>
            </a:r>
            <a:r>
              <a:rPr lang="en-US" sz="1300" dirty="0">
                <a:sym typeface="Helvetica Neue Light"/>
              </a:rPr>
              <a:t>.</a:t>
            </a:r>
          </a:p>
          <a:p>
            <a:pPr marL="571500" marR="0" lvl="0" indent="-285750" defTabSz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Avenir Next LT Pro" panose="020B0504020202020204" pitchFamily="34" charset="0"/>
              <a:buChar char="•"/>
            </a:pPr>
            <a:r>
              <a:rPr lang="en-US" sz="1300" b="1" dirty="0">
                <a:sym typeface="Helvetica Neue Light"/>
              </a:rPr>
              <a:t>Family Coverage Plan</a:t>
            </a:r>
            <a:r>
              <a:rPr lang="en-US" sz="1300" dirty="0">
                <a:sym typeface="Helvetica Neue Light"/>
              </a:rPr>
              <a:t>: Investigate missing or ineffective click activity.</a:t>
            </a:r>
          </a:p>
          <a:p>
            <a:pPr marL="571500" lvl="0" indent="-285750" defTabSz="9144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50000"/>
              <a:buFont typeface="Avenir Next LT Pro" panose="020B0504020202020204" pitchFamily="34" charset="0"/>
              <a:buChar char="•"/>
            </a:pPr>
            <a:r>
              <a:rPr lang="en-US" sz="1300" b="1" dirty="0">
                <a:sym typeface="Helvetica Neue"/>
              </a:rPr>
              <a:t>COVID Campaigns</a:t>
            </a:r>
            <a:r>
              <a:rPr lang="en-US" sz="1300" dirty="0">
                <a:sym typeface="Helvetica Neue"/>
              </a:rPr>
              <a:t>: Remove or restructure campaigns with abnormally high customer acquisition costs</a:t>
            </a:r>
            <a:r>
              <a:rPr lang="en-US" sz="1300" dirty="0">
                <a:sym typeface="Helvetica Neue Light"/>
              </a:rPr>
              <a:t>.</a:t>
            </a:r>
          </a:p>
          <a:p>
            <a:pPr marL="457200" marR="0" lvl="0" defTabSz="91440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</a:pPr>
            <a:endParaRPr lang="en-US" sz="1300" dirty="0">
              <a:sym typeface="Helvetica Neue Light"/>
            </a:endParaRPr>
          </a:p>
          <a:p>
            <a:pPr marL="0" marR="0" lvl="0" defTabSz="91440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200"/>
            </a:pPr>
            <a:endParaRPr lang="en-US" sz="1300" b="0" i="0" u="none" strike="noStrike" cap="none" dirty="0">
              <a:sym typeface="Helvetica Neue Light"/>
            </a:endParaRPr>
          </a:p>
          <a:p>
            <a:pPr marL="0" marR="0" lvl="0" defTabSz="91440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1600"/>
            </a:pPr>
            <a:endParaRPr lang="en-US" sz="1300" b="0" i="0" u="none" strike="noStrike" cap="none" dirty="0">
              <a:sym typeface="Helvetica Neue Light"/>
            </a:endParaRPr>
          </a:p>
        </p:txBody>
      </p:sp>
      <p:sp>
        <p:nvSpPr>
          <p:cNvPr id="7" name="Google Shape;317;p14">
            <a:extLst>
              <a:ext uri="{FF2B5EF4-FFF2-40B4-BE49-F238E27FC236}">
                <a16:creationId xmlns:a16="http://schemas.microsoft.com/office/drawing/2014/main" id="{9FC70B9A-4218-FE9B-466C-76F4A59DD618}"/>
              </a:ext>
            </a:extLst>
          </p:cNvPr>
          <p:cNvSpPr/>
          <p:nvPr/>
        </p:nvSpPr>
        <p:spPr>
          <a:xfrm>
            <a:off x="841247" y="4452853"/>
            <a:ext cx="9228865" cy="615600"/>
          </a:xfrm>
          <a:prstGeom prst="rect">
            <a:avLst/>
          </a:prstGeom>
          <a:solidFill>
            <a:srgbClr val="1C9995">
              <a:alpha val="72550"/>
            </a:srgbClr>
          </a:solidFill>
          <a:ln>
            <a:noFill/>
          </a:ln>
        </p:spPr>
        <p:txBody>
          <a:bodyPr spcFirstLastPara="1" wrap="square" lIns="182875" tIns="137150" rIns="91425" bIns="1828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3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Recommendations focus on two strategies:</a:t>
            </a:r>
            <a:r>
              <a:rPr lang="en" sz="1300" b="0" i="0" u="none" strike="noStrike" cap="none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-US" sz="1300" b="0" i="0" u="none" strike="noStrike" cap="none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reallocating marketing spend toward higher-performing campaign categories and reducing investment in inefficient segments</a:t>
            </a:r>
            <a:r>
              <a:rPr lang="en" sz="1300" dirty="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 sz="1300" b="0" i="0" u="none" strike="noStrike" cap="none" dirty="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30A952-BE2F-A36D-49F2-5477F58CA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90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13163-88AA-9F4E-0BFA-1077F540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Fill">
            <a:extLst>
              <a:ext uri="{FF2B5EF4-FFF2-40B4-BE49-F238E27FC236}">
                <a16:creationId xmlns:a16="http://schemas.microsoft.com/office/drawing/2014/main" id="{AA5004A3-DCB5-A321-3AF5-545BC8B38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193EE2-0E90-B12D-8A43-6D2323DDA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315;p14">
            <a:extLst>
              <a:ext uri="{FF2B5EF4-FFF2-40B4-BE49-F238E27FC236}">
                <a16:creationId xmlns:a16="http://schemas.microsoft.com/office/drawing/2014/main" id="{078FD0AB-E69E-CF5E-30EA-57CD447C3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810562"/>
            <a:ext cx="4746752" cy="747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>
              <a:buSzPts val="3000"/>
            </a:pPr>
            <a:r>
              <a:rPr lang="en" sz="3600" dirty="0">
                <a:solidFill>
                  <a:srgbClr val="1C9995"/>
                </a:solidFill>
              </a:rPr>
              <a:t>Caveats and Next Steps</a:t>
            </a:r>
            <a:endParaRPr lang="en-US" sz="3300" dirty="0">
              <a:solidFill>
                <a:srgbClr val="1C9995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4B69E-AECA-AD20-A3A4-B3A06311F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6630" y="4160168"/>
            <a:ext cx="2832322" cy="2697833"/>
          </a:xfrm>
          <a:custGeom>
            <a:avLst/>
            <a:gdLst>
              <a:gd name="connsiteX0" fmla="*/ 638993 w 2832322"/>
              <a:gd name="connsiteY0" fmla="*/ 1429605 h 2697833"/>
              <a:gd name="connsiteX1" fmla="*/ 798503 w 2832322"/>
              <a:gd name="connsiteY1" fmla="*/ 1509001 h 2697833"/>
              <a:gd name="connsiteX2" fmla="*/ 739507 w 2832322"/>
              <a:gd name="connsiteY2" fmla="*/ 1729178 h 2697833"/>
              <a:gd name="connsiteX3" fmla="*/ 519329 w 2832322"/>
              <a:gd name="connsiteY3" fmla="*/ 1670181 h 2697833"/>
              <a:gd name="connsiteX4" fmla="*/ 578327 w 2832322"/>
              <a:gd name="connsiteY4" fmla="*/ 1450005 h 2697833"/>
              <a:gd name="connsiteX5" fmla="*/ 638993 w 2832322"/>
              <a:gd name="connsiteY5" fmla="*/ 1429605 h 2697833"/>
              <a:gd name="connsiteX6" fmla="*/ 1252193 w 2832322"/>
              <a:gd name="connsiteY6" fmla="*/ 835524 h 2697833"/>
              <a:gd name="connsiteX7" fmla="*/ 1511699 w 2832322"/>
              <a:gd name="connsiteY7" fmla="*/ 997686 h 2697833"/>
              <a:gd name="connsiteX8" fmla="*/ 1392436 w 2832322"/>
              <a:gd name="connsiteY8" fmla="*/ 1442788 h 2697833"/>
              <a:gd name="connsiteX9" fmla="*/ 947333 w 2832322"/>
              <a:gd name="connsiteY9" fmla="*/ 1323523 h 2697833"/>
              <a:gd name="connsiteX10" fmla="*/ 1066598 w 2832322"/>
              <a:gd name="connsiteY10" fmla="*/ 878421 h 2697833"/>
              <a:gd name="connsiteX11" fmla="*/ 1252193 w 2832322"/>
              <a:gd name="connsiteY11" fmla="*/ 835524 h 2697833"/>
              <a:gd name="connsiteX12" fmla="*/ 2832322 w 2832322"/>
              <a:gd name="connsiteY12" fmla="*/ 0 h 2697833"/>
              <a:gd name="connsiteX13" fmla="*/ 2832322 w 2832322"/>
              <a:gd name="connsiteY13" fmla="*/ 2697833 h 2697833"/>
              <a:gd name="connsiteX14" fmla="*/ 0 w 2832322"/>
              <a:gd name="connsiteY14" fmla="*/ 2697833 h 2697833"/>
              <a:gd name="connsiteX15" fmla="*/ 12966 w 2832322"/>
              <a:gd name="connsiteY15" fmla="*/ 2631781 h 2697833"/>
              <a:gd name="connsiteX16" fmla="*/ 1052443 w 2832322"/>
              <a:gd name="connsiteY16" fmla="*/ 1806313 h 2697833"/>
              <a:gd name="connsiteX17" fmla="*/ 1721430 w 2832322"/>
              <a:gd name="connsiteY17" fmla="*/ 1489397 h 2697833"/>
              <a:gd name="connsiteX18" fmla="*/ 2115839 w 2832322"/>
              <a:gd name="connsiteY18" fmla="*/ 696540 h 2697833"/>
              <a:gd name="connsiteX19" fmla="*/ 2590689 w 2832322"/>
              <a:gd name="connsiteY19" fmla="*/ 99461 h 2697833"/>
              <a:gd name="connsiteX20" fmla="*/ 2730434 w 2832322"/>
              <a:gd name="connsiteY20" fmla="*/ 32840 h 269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32322" h="2697833">
                <a:moveTo>
                  <a:pt x="638993" y="1429605"/>
                </a:moveTo>
                <a:cubicBezTo>
                  <a:pt x="701328" y="1421871"/>
                  <a:pt x="765121" y="1451183"/>
                  <a:pt x="798503" y="1509001"/>
                </a:cubicBezTo>
                <a:cubicBezTo>
                  <a:pt x="843012" y="1586093"/>
                  <a:pt x="816599" y="1684670"/>
                  <a:pt x="739507" y="1729178"/>
                </a:cubicBezTo>
                <a:cubicBezTo>
                  <a:pt x="662415" y="1773688"/>
                  <a:pt x="563838" y="1747275"/>
                  <a:pt x="519329" y="1670181"/>
                </a:cubicBezTo>
                <a:cubicBezTo>
                  <a:pt x="474820" y="1593091"/>
                  <a:pt x="501234" y="1494514"/>
                  <a:pt x="578327" y="1450005"/>
                </a:cubicBezTo>
                <a:cubicBezTo>
                  <a:pt x="597599" y="1438878"/>
                  <a:pt x="618215" y="1432183"/>
                  <a:pt x="638993" y="1429605"/>
                </a:cubicBezTo>
                <a:close/>
                <a:moveTo>
                  <a:pt x="1252193" y="835524"/>
                </a:moveTo>
                <a:cubicBezTo>
                  <a:pt x="1356532" y="842898"/>
                  <a:pt x="1455464" y="900282"/>
                  <a:pt x="1511699" y="997686"/>
                </a:cubicBezTo>
                <a:cubicBezTo>
                  <a:pt x="1601677" y="1153532"/>
                  <a:pt x="1548280" y="1352810"/>
                  <a:pt x="1392436" y="1442788"/>
                </a:cubicBezTo>
                <a:cubicBezTo>
                  <a:pt x="1236589" y="1532766"/>
                  <a:pt x="1037311" y="1479369"/>
                  <a:pt x="947333" y="1323523"/>
                </a:cubicBezTo>
                <a:cubicBezTo>
                  <a:pt x="857356" y="1167678"/>
                  <a:pt x="910753" y="968399"/>
                  <a:pt x="1066598" y="878421"/>
                </a:cubicBezTo>
                <a:cubicBezTo>
                  <a:pt x="1125040" y="844680"/>
                  <a:pt x="1189590" y="831101"/>
                  <a:pt x="1252193" y="835524"/>
                </a:cubicBezTo>
                <a:close/>
                <a:moveTo>
                  <a:pt x="2832322" y="0"/>
                </a:moveTo>
                <a:lnTo>
                  <a:pt x="2832322" y="2697833"/>
                </a:lnTo>
                <a:lnTo>
                  <a:pt x="0" y="2697833"/>
                </a:lnTo>
                <a:lnTo>
                  <a:pt x="12966" y="2631781"/>
                </a:lnTo>
                <a:cubicBezTo>
                  <a:pt x="140000" y="2184738"/>
                  <a:pt x="505773" y="1908362"/>
                  <a:pt x="1052443" y="1806313"/>
                </a:cubicBezTo>
                <a:cubicBezTo>
                  <a:pt x="1303109" y="1759472"/>
                  <a:pt x="1574698" y="1718763"/>
                  <a:pt x="1721430" y="1489397"/>
                </a:cubicBezTo>
                <a:cubicBezTo>
                  <a:pt x="1879597" y="1241842"/>
                  <a:pt x="2005704" y="970478"/>
                  <a:pt x="2115839" y="696540"/>
                </a:cubicBezTo>
                <a:cubicBezTo>
                  <a:pt x="2216937" y="444582"/>
                  <a:pt x="2354076" y="231931"/>
                  <a:pt x="2590689" y="99461"/>
                </a:cubicBezTo>
                <a:cubicBezTo>
                  <a:pt x="2637069" y="73498"/>
                  <a:pt x="2683655" y="51402"/>
                  <a:pt x="2730434" y="328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588960-4143-7DEB-6075-61C4AB48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graphicFrame>
        <p:nvGraphicFramePr>
          <p:cNvPr id="2" name="Google Shape;324;p17">
            <a:extLst>
              <a:ext uri="{FF2B5EF4-FFF2-40B4-BE49-F238E27FC236}">
                <a16:creationId xmlns:a16="http://schemas.microsoft.com/office/drawing/2014/main" id="{23F790CC-57B5-9D40-BB97-20C56778B9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234921"/>
              </p:ext>
            </p:extLst>
          </p:nvPr>
        </p:nvGraphicFramePr>
        <p:xfrm>
          <a:off x="841248" y="2295318"/>
          <a:ext cx="8631970" cy="38281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9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6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432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500" i="1" u="none" strike="noStrike" cap="none">
                          <a:solidFill>
                            <a:srgbClr val="1C9995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Improved data quality &amp; availability</a:t>
                      </a:r>
                      <a:endParaRPr sz="1500" i="1" u="none" strike="noStrike" cap="none">
                        <a:solidFill>
                          <a:srgbClr val="1C9995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6200" marR="76200" marT="76200" marB="76200">
                    <a:lnL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Helvetica Neue Light"/>
                        <a:buChar char="●"/>
                      </a:pPr>
                      <a:r>
                        <a:rPr lang="en" sz="1300" u="none" strike="noStrike" cap="none" dirty="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Include </a:t>
                      </a:r>
                      <a:r>
                        <a:rPr lang="en" sz="1300" dirty="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campaign start and end dates to understand campaign performance over time</a:t>
                      </a:r>
                      <a:endParaRPr sz="1300" dirty="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Helvetica Neue Light"/>
                        <a:buChar char="●"/>
                      </a:pPr>
                      <a:r>
                        <a:rPr lang="en" sz="1300" dirty="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Investigate missing clicks for Family Coverage Plan category</a:t>
                      </a:r>
                      <a:endParaRPr sz="1300" dirty="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 dirty="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500" u="none" strike="noStrike" cap="none" dirty="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46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500" i="1" u="none" strike="noStrike" cap="none" dirty="0">
                          <a:solidFill>
                            <a:srgbClr val="1C9995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Include other dimensions</a:t>
                      </a:r>
                      <a:endParaRPr sz="1500" i="1" u="none" strike="noStrike" cap="none" dirty="0">
                        <a:solidFill>
                          <a:srgbClr val="1C9995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6200" marR="76200" marT="73150" marB="76200">
                    <a:lnL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 Light"/>
                        <a:buChar char="●"/>
                      </a:pPr>
                      <a:r>
                        <a:rPr lang="en" sz="130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Include customer-specific dimensions (plan, state</a:t>
                      </a: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)</a:t>
                      </a:r>
                      <a:r>
                        <a:rPr lang="en" sz="130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to further tailor campaign recommendations based on </a:t>
                      </a: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client </a:t>
                      </a:r>
                      <a:r>
                        <a:rPr lang="en" sz="130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demographics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 Light"/>
                        <a:buChar char="●"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Explore relationship between campaigns and customer claims to identify and target ideal patient types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2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" sz="1500" i="1" u="none" strike="noStrike" cap="none" dirty="0">
                          <a:solidFill>
                            <a:srgbClr val="1C9995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Revisit marketing budget with team</a:t>
                      </a:r>
                      <a:endParaRPr sz="1500" i="1" u="none" strike="noStrike" cap="none" dirty="0">
                        <a:solidFill>
                          <a:srgbClr val="1C9995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6200" marR="76200" marT="76200" marB="76200">
                    <a:lnL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 Light"/>
                        <a:buChar char="●"/>
                      </a:pPr>
                      <a:r>
                        <a:rPr lang="en" sz="1300" u="none" strike="noStrike" cap="none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Regroup with marketing team to </a:t>
                      </a: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explore the potential impact of recommendations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 Light"/>
                        <a:buChar char="●"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Explore </a:t>
                      </a:r>
                      <a:r>
                        <a:rPr lang="en" sz="1300" u="sng" dirty="0">
                          <a:solidFill>
                            <a:schemeClr val="hlink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  <a:hlinkClick r:id="rId3"/>
                        </a:rPr>
                        <a:t>Tableau dashboard</a:t>
                      </a:r>
                      <a:r>
                        <a:rPr lang="en" sz="1300" dirty="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for more insights and recommendations tailored to campaign categories and types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Google Shape;328;p17">
            <a:extLst>
              <a:ext uri="{FF2B5EF4-FFF2-40B4-BE49-F238E27FC236}">
                <a16:creationId xmlns:a16="http://schemas.microsoft.com/office/drawing/2014/main" id="{FB20E616-161C-B18C-55AE-064DE9F4AD65}"/>
              </a:ext>
            </a:extLst>
          </p:cNvPr>
          <p:cNvSpPr/>
          <p:nvPr/>
        </p:nvSpPr>
        <p:spPr>
          <a:xfrm>
            <a:off x="926896" y="1608938"/>
            <a:ext cx="8136000" cy="456300"/>
          </a:xfrm>
          <a:prstGeom prst="rect">
            <a:avLst/>
          </a:prstGeom>
          <a:solidFill>
            <a:srgbClr val="1C9995">
              <a:alpha val="72549"/>
            </a:srgbClr>
          </a:solidFill>
          <a:ln>
            <a:noFill/>
          </a:ln>
        </p:spPr>
        <p:txBody>
          <a:bodyPr spcFirstLastPara="1" wrap="square" lIns="182875" tIns="137150" rIns="91425" bIns="1828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improved analysis and future steps, consider the following:</a:t>
            </a:r>
            <a:endParaRPr sz="1200" b="0" i="0" u="none" strike="noStrike" cap="none" dirty="0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721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5FCA8-E6A5-0DB5-716A-A6CD9F55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AD2084D-76B9-435E-48C1-86078D699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9A7D0B-E164-8F21-1F47-41DB004AE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3B5E0EC7-1685-BCC2-DB42-BE957DAA3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Fill">
            <a:extLst>
              <a:ext uri="{FF2B5EF4-FFF2-40B4-BE49-F238E27FC236}">
                <a16:creationId xmlns:a16="http://schemas.microsoft.com/office/drawing/2014/main" id="{5954C51D-87E1-68E9-2C1D-89B9F6BA2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AFF5FE4-2978-AF77-3EA0-84310B988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213;p3">
            <a:extLst>
              <a:ext uri="{FF2B5EF4-FFF2-40B4-BE49-F238E27FC236}">
                <a16:creationId xmlns:a16="http://schemas.microsoft.com/office/drawing/2014/main" id="{CF3556E5-871A-2C9A-DF52-69B76FEF7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82" y="2871292"/>
            <a:ext cx="4021836" cy="111541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SzPts val="6000"/>
            </a:pPr>
            <a:r>
              <a:rPr lang="en-US" sz="5400" b="1" dirty="0">
                <a:solidFill>
                  <a:srgbClr val="1C9995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4770-6BDD-D4C8-F2D0-0544CC695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1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0CB85-0C3F-9538-D41D-B678F1C9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831524-4CC0-ABA8-9B20-5D435FD35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FD39C17-F733-B172-DAF0-553E56DA3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DD1E10F0-C491-025C-852B-2C9BBBEE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ackground Fill">
            <a:extLst>
              <a:ext uri="{FF2B5EF4-FFF2-40B4-BE49-F238E27FC236}">
                <a16:creationId xmlns:a16="http://schemas.microsoft.com/office/drawing/2014/main" id="{56ADA280-A56C-08FD-BBA0-432C18861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25263-A364-551D-F680-7E7E5B91E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6" y="0"/>
            <a:ext cx="10615628" cy="6858000"/>
          </a:xfrm>
          <a:custGeom>
            <a:avLst/>
            <a:gdLst>
              <a:gd name="connsiteX0" fmla="*/ 7169275 w 10615628"/>
              <a:gd name="connsiteY0" fmla="*/ 5665108 h 6858000"/>
              <a:gd name="connsiteX1" fmla="*/ 7514896 w 10615628"/>
              <a:gd name="connsiteY1" fmla="*/ 6010729 h 6858000"/>
              <a:gd name="connsiteX2" fmla="*/ 7169275 w 10615628"/>
              <a:gd name="connsiteY2" fmla="*/ 6356350 h 6858000"/>
              <a:gd name="connsiteX3" fmla="*/ 6823654 w 10615628"/>
              <a:gd name="connsiteY3" fmla="*/ 6010729 h 6858000"/>
              <a:gd name="connsiteX4" fmla="*/ 7169275 w 10615628"/>
              <a:gd name="connsiteY4" fmla="*/ 5665108 h 6858000"/>
              <a:gd name="connsiteX5" fmla="*/ 10010445 w 10615628"/>
              <a:gd name="connsiteY5" fmla="*/ 2285547 h 6858000"/>
              <a:gd name="connsiteX6" fmla="*/ 10456759 w 10615628"/>
              <a:gd name="connsiteY6" fmla="*/ 2731861 h 6858000"/>
              <a:gd name="connsiteX7" fmla="*/ 10010445 w 10615628"/>
              <a:gd name="connsiteY7" fmla="*/ 3178175 h 6858000"/>
              <a:gd name="connsiteX8" fmla="*/ 9564131 w 10615628"/>
              <a:gd name="connsiteY8" fmla="*/ 2731861 h 6858000"/>
              <a:gd name="connsiteX9" fmla="*/ 10010445 w 10615628"/>
              <a:gd name="connsiteY9" fmla="*/ 2285547 h 6858000"/>
              <a:gd name="connsiteX10" fmla="*/ 10354144 w 10615628"/>
              <a:gd name="connsiteY10" fmla="*/ 1626055 h 6858000"/>
              <a:gd name="connsiteX11" fmla="*/ 10615628 w 10615628"/>
              <a:gd name="connsiteY11" fmla="*/ 1887539 h 6858000"/>
              <a:gd name="connsiteX12" fmla="*/ 10354144 w 10615628"/>
              <a:gd name="connsiteY12" fmla="*/ 2149023 h 6858000"/>
              <a:gd name="connsiteX13" fmla="*/ 10092660 w 10615628"/>
              <a:gd name="connsiteY13" fmla="*/ 1887539 h 6858000"/>
              <a:gd name="connsiteX14" fmla="*/ 10354144 w 10615628"/>
              <a:gd name="connsiteY14" fmla="*/ 1626055 h 6858000"/>
              <a:gd name="connsiteX15" fmla="*/ 1458900 w 10615628"/>
              <a:gd name="connsiteY15" fmla="*/ 620486 h 6858000"/>
              <a:gd name="connsiteX16" fmla="*/ 1905214 w 10615628"/>
              <a:gd name="connsiteY16" fmla="*/ 1066801 h 6858000"/>
              <a:gd name="connsiteX17" fmla="*/ 1458900 w 10615628"/>
              <a:gd name="connsiteY17" fmla="*/ 1513115 h 6858000"/>
              <a:gd name="connsiteX18" fmla="*/ 1012586 w 10615628"/>
              <a:gd name="connsiteY18" fmla="*/ 1066801 h 6858000"/>
              <a:gd name="connsiteX19" fmla="*/ 1458900 w 10615628"/>
              <a:gd name="connsiteY19" fmla="*/ 620486 h 6858000"/>
              <a:gd name="connsiteX20" fmla="*/ 6634576 w 10615628"/>
              <a:gd name="connsiteY20" fmla="*/ 0 h 6858000"/>
              <a:gd name="connsiteX21" fmla="*/ 10141833 w 10615628"/>
              <a:gd name="connsiteY21" fmla="*/ 0 h 6858000"/>
              <a:gd name="connsiteX22" fmla="*/ 10200259 w 10615628"/>
              <a:gd name="connsiteY22" fmla="*/ 112226 h 6858000"/>
              <a:gd name="connsiteX23" fmla="*/ 9914574 w 10615628"/>
              <a:gd name="connsiteY23" fmla="*/ 1675664 h 6858000"/>
              <a:gd name="connsiteX24" fmla="*/ 9361608 w 10615628"/>
              <a:gd name="connsiteY24" fmla="*/ 2357295 h 6858000"/>
              <a:gd name="connsiteX25" fmla="*/ 9334634 w 10615628"/>
              <a:gd name="connsiteY25" fmla="*/ 3068329 h 6858000"/>
              <a:gd name="connsiteX26" fmla="*/ 9815041 w 10615628"/>
              <a:gd name="connsiteY26" fmla="*/ 3852733 h 6858000"/>
              <a:gd name="connsiteX27" fmla="*/ 9376175 w 10615628"/>
              <a:gd name="connsiteY27" fmla="*/ 5163128 h 6858000"/>
              <a:gd name="connsiteX28" fmla="*/ 7869812 w 10615628"/>
              <a:gd name="connsiteY28" fmla="*/ 5397802 h 6858000"/>
              <a:gd name="connsiteX29" fmla="*/ 6545391 w 10615628"/>
              <a:gd name="connsiteY29" fmla="*/ 5591204 h 6858000"/>
              <a:gd name="connsiteX30" fmla="*/ 5772722 w 10615628"/>
              <a:gd name="connsiteY30" fmla="*/ 6463273 h 6858000"/>
              <a:gd name="connsiteX31" fmla="*/ 5542128 w 10615628"/>
              <a:gd name="connsiteY31" fmla="*/ 6751894 h 6858000"/>
              <a:gd name="connsiteX32" fmla="*/ 5455474 w 10615628"/>
              <a:gd name="connsiteY32" fmla="*/ 6858000 h 6858000"/>
              <a:gd name="connsiteX33" fmla="*/ 3884321 w 10615628"/>
              <a:gd name="connsiteY33" fmla="*/ 6858000 h 6858000"/>
              <a:gd name="connsiteX34" fmla="*/ 3874161 w 10615628"/>
              <a:gd name="connsiteY34" fmla="*/ 6844415 h 6858000"/>
              <a:gd name="connsiteX35" fmla="*/ 3692625 w 10615628"/>
              <a:gd name="connsiteY35" fmla="*/ 6276208 h 6858000"/>
              <a:gd name="connsiteX36" fmla="*/ 2561203 w 10615628"/>
              <a:gd name="connsiteY36" fmla="*/ 5655807 h 6858000"/>
              <a:gd name="connsiteX37" fmla="*/ 69616 w 10615628"/>
              <a:gd name="connsiteY37" fmla="*/ 4277707 h 6858000"/>
              <a:gd name="connsiteX38" fmla="*/ 1642 w 10615628"/>
              <a:gd name="connsiteY38" fmla="*/ 3679829 h 6858000"/>
              <a:gd name="connsiteX39" fmla="*/ 368893 w 10615628"/>
              <a:gd name="connsiteY39" fmla="*/ 2516307 h 6858000"/>
              <a:gd name="connsiteX40" fmla="*/ 1113509 w 10615628"/>
              <a:gd name="connsiteY40" fmla="*/ 2192619 h 6858000"/>
              <a:gd name="connsiteX41" fmla="*/ 2037232 w 10615628"/>
              <a:gd name="connsiteY41" fmla="*/ 2005556 h 6858000"/>
              <a:gd name="connsiteX42" fmla="*/ 2547311 w 10615628"/>
              <a:gd name="connsiteY42" fmla="*/ 1405116 h 6858000"/>
              <a:gd name="connsiteX43" fmla="*/ 3900863 w 10615628"/>
              <a:gd name="connsiteY43" fmla="*/ 578768 h 6858000"/>
              <a:gd name="connsiteX44" fmla="*/ 4571571 w 10615628"/>
              <a:gd name="connsiteY44" fmla="*/ 860779 h 6858000"/>
              <a:gd name="connsiteX45" fmla="*/ 6039225 w 10615628"/>
              <a:gd name="connsiteY45" fmla="*/ 631501 h 6858000"/>
              <a:gd name="connsiteX46" fmla="*/ 6449432 w 10615628"/>
              <a:gd name="connsiteY46" fmla="*/ 19325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15628" h="6858000">
                <a:moveTo>
                  <a:pt x="7169275" y="5665108"/>
                </a:moveTo>
                <a:cubicBezTo>
                  <a:pt x="7360156" y="5665108"/>
                  <a:pt x="7514896" y="5819848"/>
                  <a:pt x="7514896" y="6010729"/>
                </a:cubicBezTo>
                <a:cubicBezTo>
                  <a:pt x="7514896" y="6201610"/>
                  <a:pt x="7360156" y="6356350"/>
                  <a:pt x="7169275" y="6356350"/>
                </a:cubicBezTo>
                <a:cubicBezTo>
                  <a:pt x="6978394" y="6356350"/>
                  <a:pt x="6823654" y="6201610"/>
                  <a:pt x="6823654" y="6010729"/>
                </a:cubicBezTo>
                <a:cubicBezTo>
                  <a:pt x="6823654" y="5819848"/>
                  <a:pt x="6978394" y="5665108"/>
                  <a:pt x="7169275" y="5665108"/>
                </a:cubicBezTo>
                <a:close/>
                <a:moveTo>
                  <a:pt x="10010445" y="2285547"/>
                </a:moveTo>
                <a:cubicBezTo>
                  <a:pt x="10256937" y="2285547"/>
                  <a:pt x="10456759" y="2485369"/>
                  <a:pt x="10456759" y="2731861"/>
                </a:cubicBezTo>
                <a:cubicBezTo>
                  <a:pt x="10456759" y="2978353"/>
                  <a:pt x="10256937" y="3178175"/>
                  <a:pt x="10010445" y="3178175"/>
                </a:cubicBezTo>
                <a:cubicBezTo>
                  <a:pt x="9763953" y="3178175"/>
                  <a:pt x="9564131" y="2978353"/>
                  <a:pt x="9564131" y="2731861"/>
                </a:cubicBezTo>
                <a:cubicBezTo>
                  <a:pt x="9564131" y="2485369"/>
                  <a:pt x="9763953" y="2285547"/>
                  <a:pt x="10010445" y="2285547"/>
                </a:cubicBezTo>
                <a:close/>
                <a:moveTo>
                  <a:pt x="10354144" y="1626055"/>
                </a:moveTo>
                <a:cubicBezTo>
                  <a:pt x="10498558" y="1626055"/>
                  <a:pt x="10615628" y="1743125"/>
                  <a:pt x="10615628" y="1887539"/>
                </a:cubicBezTo>
                <a:cubicBezTo>
                  <a:pt x="10615628" y="2031953"/>
                  <a:pt x="10498558" y="2149023"/>
                  <a:pt x="10354144" y="2149023"/>
                </a:cubicBezTo>
                <a:cubicBezTo>
                  <a:pt x="10209730" y="2149023"/>
                  <a:pt x="10092660" y="2031953"/>
                  <a:pt x="10092660" y="1887539"/>
                </a:cubicBezTo>
                <a:cubicBezTo>
                  <a:pt x="10092660" y="1743125"/>
                  <a:pt x="10209730" y="1626055"/>
                  <a:pt x="10354144" y="1626055"/>
                </a:cubicBezTo>
                <a:close/>
                <a:moveTo>
                  <a:pt x="1458900" y="620486"/>
                </a:moveTo>
                <a:cubicBezTo>
                  <a:pt x="1705392" y="620486"/>
                  <a:pt x="1905214" y="820308"/>
                  <a:pt x="1905214" y="1066801"/>
                </a:cubicBezTo>
                <a:cubicBezTo>
                  <a:pt x="1905214" y="1313293"/>
                  <a:pt x="1705392" y="1513115"/>
                  <a:pt x="1458900" y="1513115"/>
                </a:cubicBezTo>
                <a:cubicBezTo>
                  <a:pt x="1212408" y="1513115"/>
                  <a:pt x="1012586" y="1313293"/>
                  <a:pt x="1012586" y="1066801"/>
                </a:cubicBezTo>
                <a:cubicBezTo>
                  <a:pt x="1012586" y="820308"/>
                  <a:pt x="1212408" y="620486"/>
                  <a:pt x="1458900" y="620486"/>
                </a:cubicBezTo>
                <a:close/>
                <a:moveTo>
                  <a:pt x="6634576" y="0"/>
                </a:moveTo>
                <a:lnTo>
                  <a:pt x="10141833" y="0"/>
                </a:lnTo>
                <a:lnTo>
                  <a:pt x="10200259" y="112226"/>
                </a:lnTo>
                <a:cubicBezTo>
                  <a:pt x="10410238" y="575267"/>
                  <a:pt x="10394871" y="1153566"/>
                  <a:pt x="9914574" y="1675664"/>
                </a:cubicBezTo>
                <a:cubicBezTo>
                  <a:pt x="9716855" y="1890647"/>
                  <a:pt x="9539637" y="2125050"/>
                  <a:pt x="9361608" y="2357295"/>
                </a:cubicBezTo>
                <a:cubicBezTo>
                  <a:pt x="9193291" y="2576999"/>
                  <a:pt x="9188571" y="2830555"/>
                  <a:pt x="9334634" y="3068329"/>
                </a:cubicBezTo>
                <a:cubicBezTo>
                  <a:pt x="9495669" y="3329572"/>
                  <a:pt x="9683003" y="3577867"/>
                  <a:pt x="9815041" y="3852733"/>
                </a:cubicBezTo>
                <a:cubicBezTo>
                  <a:pt x="10050524" y="4342849"/>
                  <a:pt x="9955574" y="4825683"/>
                  <a:pt x="9376175" y="5163128"/>
                </a:cubicBezTo>
                <a:cubicBezTo>
                  <a:pt x="8901028" y="5439881"/>
                  <a:pt x="8396076" y="5450671"/>
                  <a:pt x="7869812" y="5397802"/>
                </a:cubicBezTo>
                <a:cubicBezTo>
                  <a:pt x="7414763" y="5352215"/>
                  <a:pt x="6924916" y="5316880"/>
                  <a:pt x="6545391" y="5591204"/>
                </a:cubicBezTo>
                <a:cubicBezTo>
                  <a:pt x="6238293" y="5813470"/>
                  <a:pt x="6024794" y="6166020"/>
                  <a:pt x="5772722" y="6463273"/>
                </a:cubicBezTo>
                <a:cubicBezTo>
                  <a:pt x="5693284" y="6557075"/>
                  <a:pt x="5618532" y="6655327"/>
                  <a:pt x="5542128" y="6751894"/>
                </a:cubicBezTo>
                <a:lnTo>
                  <a:pt x="5455474" y="6858000"/>
                </a:lnTo>
                <a:lnTo>
                  <a:pt x="3884321" y="6858000"/>
                </a:lnTo>
                <a:lnTo>
                  <a:pt x="3874161" y="6844415"/>
                </a:lnTo>
                <a:cubicBezTo>
                  <a:pt x="3769501" y="6682571"/>
                  <a:pt x="3725803" y="6471500"/>
                  <a:pt x="3692625" y="6276208"/>
                </a:cubicBezTo>
                <a:cubicBezTo>
                  <a:pt x="3594979" y="5704765"/>
                  <a:pt x="2996562" y="5529974"/>
                  <a:pt x="2561203" y="5655807"/>
                </a:cubicBezTo>
                <a:cubicBezTo>
                  <a:pt x="1295583" y="6024676"/>
                  <a:pt x="405172" y="5378784"/>
                  <a:pt x="69616" y="4277707"/>
                </a:cubicBezTo>
                <a:cubicBezTo>
                  <a:pt x="12162" y="4089023"/>
                  <a:pt x="22817" y="3880246"/>
                  <a:pt x="1642" y="3679829"/>
                </a:cubicBezTo>
                <a:cubicBezTo>
                  <a:pt x="-11845" y="3246492"/>
                  <a:pt x="53163" y="2840534"/>
                  <a:pt x="368893" y="2516307"/>
                </a:cubicBezTo>
                <a:cubicBezTo>
                  <a:pt x="570253" y="2309552"/>
                  <a:pt x="826642" y="2227146"/>
                  <a:pt x="1113509" y="2192619"/>
                </a:cubicBezTo>
                <a:cubicBezTo>
                  <a:pt x="1425464" y="2154856"/>
                  <a:pt x="1739170" y="2099965"/>
                  <a:pt x="2037232" y="2005556"/>
                </a:cubicBezTo>
                <a:cubicBezTo>
                  <a:pt x="2313447" y="1917890"/>
                  <a:pt x="2430109" y="1649903"/>
                  <a:pt x="2547311" y="1405116"/>
                </a:cubicBezTo>
                <a:cubicBezTo>
                  <a:pt x="2839303" y="794963"/>
                  <a:pt x="3300289" y="490428"/>
                  <a:pt x="3900863" y="578768"/>
                </a:cubicBezTo>
                <a:cubicBezTo>
                  <a:pt x="4133784" y="613024"/>
                  <a:pt x="4362118" y="739802"/>
                  <a:pt x="4571571" y="860779"/>
                </a:cubicBezTo>
                <a:cubicBezTo>
                  <a:pt x="5133169" y="1185277"/>
                  <a:pt x="5641898" y="1029502"/>
                  <a:pt x="6039225" y="631501"/>
                </a:cubicBezTo>
                <a:cubicBezTo>
                  <a:pt x="6180164" y="489888"/>
                  <a:pt x="6313483" y="339980"/>
                  <a:pt x="6449432" y="1932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213;p3">
            <a:extLst>
              <a:ext uri="{FF2B5EF4-FFF2-40B4-BE49-F238E27FC236}">
                <a16:creationId xmlns:a16="http://schemas.microsoft.com/office/drawing/2014/main" id="{E8CC9C21-FFE3-C3E7-7964-695151B946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6615" y="2879758"/>
            <a:ext cx="4038769" cy="109848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Aft>
                <a:spcPts val="0"/>
              </a:spcAft>
              <a:buSzPts val="6000"/>
            </a:pPr>
            <a:r>
              <a:rPr lang="en-US" sz="5400" b="1" dirty="0">
                <a:solidFill>
                  <a:srgbClr val="1C9995"/>
                </a:solidFill>
              </a:rPr>
              <a:t>Appendix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95051-D94C-2104-8B76-91D44B9C1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6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1F728-A473-3E9B-F01E-DBA7000F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Fill">
            <a:extLst>
              <a:ext uri="{FF2B5EF4-FFF2-40B4-BE49-F238E27FC236}">
                <a16:creationId xmlns:a16="http://schemas.microsoft.com/office/drawing/2014/main" id="{F0ADC63A-64DC-9643-9291-A29AA6B0F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D4ABB6-A617-BB80-CC16-141FE321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315;p14">
            <a:extLst>
              <a:ext uri="{FF2B5EF4-FFF2-40B4-BE49-F238E27FC236}">
                <a16:creationId xmlns:a16="http://schemas.microsoft.com/office/drawing/2014/main" id="{8310DA9D-D090-491E-50DF-A1E8DCCD70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248" y="810562"/>
            <a:ext cx="4399620" cy="747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SzPts val="3000"/>
            </a:pPr>
            <a:r>
              <a:rPr lang="en-CA" sz="3600" dirty="0">
                <a:solidFill>
                  <a:srgbClr val="1C9995"/>
                </a:solidFill>
              </a:rPr>
              <a:t>Technical Process</a:t>
            </a:r>
            <a:endParaRPr lang="en-US" sz="3300" dirty="0">
              <a:solidFill>
                <a:srgbClr val="1C9995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9D48162-1D53-0221-62D1-7CE8F6FAC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6630" y="4160168"/>
            <a:ext cx="2832322" cy="2697833"/>
          </a:xfrm>
          <a:custGeom>
            <a:avLst/>
            <a:gdLst>
              <a:gd name="connsiteX0" fmla="*/ 638993 w 2832322"/>
              <a:gd name="connsiteY0" fmla="*/ 1429605 h 2697833"/>
              <a:gd name="connsiteX1" fmla="*/ 798503 w 2832322"/>
              <a:gd name="connsiteY1" fmla="*/ 1509001 h 2697833"/>
              <a:gd name="connsiteX2" fmla="*/ 739507 w 2832322"/>
              <a:gd name="connsiteY2" fmla="*/ 1729178 h 2697833"/>
              <a:gd name="connsiteX3" fmla="*/ 519329 w 2832322"/>
              <a:gd name="connsiteY3" fmla="*/ 1670181 h 2697833"/>
              <a:gd name="connsiteX4" fmla="*/ 578327 w 2832322"/>
              <a:gd name="connsiteY4" fmla="*/ 1450005 h 2697833"/>
              <a:gd name="connsiteX5" fmla="*/ 638993 w 2832322"/>
              <a:gd name="connsiteY5" fmla="*/ 1429605 h 2697833"/>
              <a:gd name="connsiteX6" fmla="*/ 1252193 w 2832322"/>
              <a:gd name="connsiteY6" fmla="*/ 835524 h 2697833"/>
              <a:gd name="connsiteX7" fmla="*/ 1511699 w 2832322"/>
              <a:gd name="connsiteY7" fmla="*/ 997686 h 2697833"/>
              <a:gd name="connsiteX8" fmla="*/ 1392436 w 2832322"/>
              <a:gd name="connsiteY8" fmla="*/ 1442788 h 2697833"/>
              <a:gd name="connsiteX9" fmla="*/ 947333 w 2832322"/>
              <a:gd name="connsiteY9" fmla="*/ 1323523 h 2697833"/>
              <a:gd name="connsiteX10" fmla="*/ 1066598 w 2832322"/>
              <a:gd name="connsiteY10" fmla="*/ 878421 h 2697833"/>
              <a:gd name="connsiteX11" fmla="*/ 1252193 w 2832322"/>
              <a:gd name="connsiteY11" fmla="*/ 835524 h 2697833"/>
              <a:gd name="connsiteX12" fmla="*/ 2832322 w 2832322"/>
              <a:gd name="connsiteY12" fmla="*/ 0 h 2697833"/>
              <a:gd name="connsiteX13" fmla="*/ 2832322 w 2832322"/>
              <a:gd name="connsiteY13" fmla="*/ 2697833 h 2697833"/>
              <a:gd name="connsiteX14" fmla="*/ 0 w 2832322"/>
              <a:gd name="connsiteY14" fmla="*/ 2697833 h 2697833"/>
              <a:gd name="connsiteX15" fmla="*/ 12966 w 2832322"/>
              <a:gd name="connsiteY15" fmla="*/ 2631781 h 2697833"/>
              <a:gd name="connsiteX16" fmla="*/ 1052443 w 2832322"/>
              <a:gd name="connsiteY16" fmla="*/ 1806313 h 2697833"/>
              <a:gd name="connsiteX17" fmla="*/ 1721430 w 2832322"/>
              <a:gd name="connsiteY17" fmla="*/ 1489397 h 2697833"/>
              <a:gd name="connsiteX18" fmla="*/ 2115839 w 2832322"/>
              <a:gd name="connsiteY18" fmla="*/ 696540 h 2697833"/>
              <a:gd name="connsiteX19" fmla="*/ 2590689 w 2832322"/>
              <a:gd name="connsiteY19" fmla="*/ 99461 h 2697833"/>
              <a:gd name="connsiteX20" fmla="*/ 2730434 w 2832322"/>
              <a:gd name="connsiteY20" fmla="*/ 32840 h 269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32322" h="2697833">
                <a:moveTo>
                  <a:pt x="638993" y="1429605"/>
                </a:moveTo>
                <a:cubicBezTo>
                  <a:pt x="701328" y="1421871"/>
                  <a:pt x="765121" y="1451183"/>
                  <a:pt x="798503" y="1509001"/>
                </a:cubicBezTo>
                <a:cubicBezTo>
                  <a:pt x="843012" y="1586093"/>
                  <a:pt x="816599" y="1684670"/>
                  <a:pt x="739507" y="1729178"/>
                </a:cubicBezTo>
                <a:cubicBezTo>
                  <a:pt x="662415" y="1773688"/>
                  <a:pt x="563838" y="1747275"/>
                  <a:pt x="519329" y="1670181"/>
                </a:cubicBezTo>
                <a:cubicBezTo>
                  <a:pt x="474820" y="1593091"/>
                  <a:pt x="501234" y="1494514"/>
                  <a:pt x="578327" y="1450005"/>
                </a:cubicBezTo>
                <a:cubicBezTo>
                  <a:pt x="597599" y="1438878"/>
                  <a:pt x="618215" y="1432183"/>
                  <a:pt x="638993" y="1429605"/>
                </a:cubicBezTo>
                <a:close/>
                <a:moveTo>
                  <a:pt x="1252193" y="835524"/>
                </a:moveTo>
                <a:cubicBezTo>
                  <a:pt x="1356532" y="842898"/>
                  <a:pt x="1455464" y="900282"/>
                  <a:pt x="1511699" y="997686"/>
                </a:cubicBezTo>
                <a:cubicBezTo>
                  <a:pt x="1601677" y="1153532"/>
                  <a:pt x="1548280" y="1352810"/>
                  <a:pt x="1392436" y="1442788"/>
                </a:cubicBezTo>
                <a:cubicBezTo>
                  <a:pt x="1236589" y="1532766"/>
                  <a:pt x="1037311" y="1479369"/>
                  <a:pt x="947333" y="1323523"/>
                </a:cubicBezTo>
                <a:cubicBezTo>
                  <a:pt x="857356" y="1167678"/>
                  <a:pt x="910753" y="968399"/>
                  <a:pt x="1066598" y="878421"/>
                </a:cubicBezTo>
                <a:cubicBezTo>
                  <a:pt x="1125040" y="844680"/>
                  <a:pt x="1189590" y="831101"/>
                  <a:pt x="1252193" y="835524"/>
                </a:cubicBezTo>
                <a:close/>
                <a:moveTo>
                  <a:pt x="2832322" y="0"/>
                </a:moveTo>
                <a:lnTo>
                  <a:pt x="2832322" y="2697833"/>
                </a:lnTo>
                <a:lnTo>
                  <a:pt x="0" y="2697833"/>
                </a:lnTo>
                <a:lnTo>
                  <a:pt x="12966" y="2631781"/>
                </a:lnTo>
                <a:cubicBezTo>
                  <a:pt x="140000" y="2184738"/>
                  <a:pt x="505773" y="1908362"/>
                  <a:pt x="1052443" y="1806313"/>
                </a:cubicBezTo>
                <a:cubicBezTo>
                  <a:pt x="1303109" y="1759472"/>
                  <a:pt x="1574698" y="1718763"/>
                  <a:pt x="1721430" y="1489397"/>
                </a:cubicBezTo>
                <a:cubicBezTo>
                  <a:pt x="1879597" y="1241842"/>
                  <a:pt x="2005704" y="970478"/>
                  <a:pt x="2115839" y="696540"/>
                </a:cubicBezTo>
                <a:cubicBezTo>
                  <a:pt x="2216937" y="444582"/>
                  <a:pt x="2354076" y="231931"/>
                  <a:pt x="2590689" y="99461"/>
                </a:cubicBezTo>
                <a:cubicBezTo>
                  <a:pt x="2637069" y="73498"/>
                  <a:pt x="2683655" y="51402"/>
                  <a:pt x="2730434" y="328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7F89FF-0C44-FA69-10D4-9C2ECF43D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sp>
        <p:nvSpPr>
          <p:cNvPr id="5" name="Google Shape;346;p7">
            <a:extLst>
              <a:ext uri="{FF2B5EF4-FFF2-40B4-BE49-F238E27FC236}">
                <a16:creationId xmlns:a16="http://schemas.microsoft.com/office/drawing/2014/main" id="{79156BB4-D322-A044-300B-F16E906FF73F}"/>
              </a:ext>
            </a:extLst>
          </p:cNvPr>
          <p:cNvSpPr txBox="1">
            <a:spLocks/>
          </p:cNvSpPr>
          <p:nvPr/>
        </p:nvSpPr>
        <p:spPr>
          <a:xfrm>
            <a:off x="841248" y="1557867"/>
            <a:ext cx="8299500" cy="423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300" b="1" dirty="0">
                <a:latin typeface="Helvetica Neue"/>
                <a:ea typeface="Helvetica Neue"/>
                <a:cs typeface="Helvetica Neue"/>
                <a:sym typeface="Helvetica Neue"/>
              </a:rPr>
              <a:t>Dataset stats: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~50,000 claim records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57 unique campaigns</a:t>
            </a:r>
            <a:r>
              <a:rPr lang="en-US" sz="1300" dirty="0"/>
              <a:t> </a:t>
            </a:r>
            <a:r>
              <a:rPr lang="en-US" sz="1300" dirty="0">
                <a:latin typeface="Helvetica Neue"/>
              </a:rPr>
              <a:t>were analyzed across 12 different campaign types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16,338 customers </a:t>
            </a:r>
            <a:r>
              <a:rPr lang="en-US" sz="1300" dirty="0">
                <a:latin typeface="Helvetica Neue"/>
              </a:rPr>
              <a:t>were attributed to campaigns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</a:rPr>
              <a:t>Data ranges from </a:t>
            </a: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2019 to 2023</a:t>
            </a:r>
          </a:p>
          <a:p>
            <a:pPr>
              <a:lnSpc>
                <a:spcPct val="115000"/>
              </a:lnSpc>
            </a:pPr>
            <a:endParaRPr lang="en-US" sz="13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300" b="1" dirty="0">
                <a:latin typeface="Helvetica Neue"/>
                <a:ea typeface="Helvetica Neue"/>
                <a:cs typeface="Helvetica Neue"/>
                <a:sym typeface="Helvetica Neue"/>
              </a:rPr>
              <a:t>Data points involved: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Campaigns: </a:t>
            </a:r>
            <a:r>
              <a:rPr lang="en-US" sz="1300" dirty="0">
                <a:latin typeface="Helvetica Neue"/>
              </a:rPr>
              <a:t>campaign category, campaign type, clicks, cost, impressions (58 total records)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Customers: </a:t>
            </a:r>
            <a:r>
              <a:rPr lang="en-US" sz="1300" dirty="0">
                <a:latin typeface="Helvetica Neue"/>
              </a:rPr>
              <a:t>customer name, plan, signup date, and state (16,339 total records)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1300" dirty="0"/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1300" b="1" dirty="0">
                <a:latin typeface="Helvetica Neue"/>
                <a:ea typeface="Helvetica Neue"/>
                <a:cs typeface="Helvetica Neue"/>
                <a:sym typeface="Helvetica Neue"/>
              </a:rPr>
              <a:t>The technical process included: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Helvetica Neue Light"/>
              <a:buChar char="●"/>
            </a:pPr>
            <a:r>
              <a:rPr lang="en-US" sz="1300" dirty="0">
                <a:latin typeface="Helvetica Neue"/>
                <a:ea typeface="Helvetica Neue"/>
                <a:cs typeface="Helvetica Neue"/>
                <a:sym typeface="Helvetica Neue"/>
              </a:rPr>
              <a:t>Data preparation and validation 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Helvetica Neue Light"/>
              <a:buChar char="●"/>
            </a:pPr>
            <a:r>
              <a:rPr lang="en-US" sz="1300" dirty="0">
                <a:latin typeface="Helvetica Neue"/>
              </a:rPr>
              <a:t>Loading data into Tableau from </a:t>
            </a:r>
            <a:r>
              <a:rPr lang="en-US" sz="1300" dirty="0">
                <a:latin typeface="Helvetica Neue"/>
                <a:sym typeface="Helvetica Neue"/>
              </a:rPr>
              <a:t>Excel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Helvetica Neue Light"/>
              <a:buChar char="●"/>
            </a:pPr>
            <a:r>
              <a:rPr lang="en-US" sz="1300" dirty="0">
                <a:latin typeface="Helvetica Neue"/>
              </a:rPr>
              <a:t>Building a</a:t>
            </a:r>
            <a:r>
              <a:rPr lang="en-US" sz="1300" dirty="0"/>
              <a:t> </a:t>
            </a:r>
            <a:r>
              <a:rPr lang="en-US" sz="1300" u="sng" dirty="0">
                <a:solidFill>
                  <a:schemeClr val="hlink"/>
                </a:solidFill>
                <a:hlinkClick r:id="rId3"/>
              </a:rPr>
              <a:t>self-service dashboard</a:t>
            </a:r>
            <a:r>
              <a:rPr lang="en-US" sz="1300" dirty="0"/>
              <a:t> </a:t>
            </a:r>
            <a:r>
              <a:rPr lang="en-US" sz="1300" dirty="0">
                <a:latin typeface="Helvetica Neue"/>
              </a:rPr>
              <a:t>for visualization in </a:t>
            </a:r>
            <a:r>
              <a:rPr lang="en-US" sz="1300" dirty="0">
                <a:latin typeface="Helvetica Neue"/>
                <a:sym typeface="Helvetica Neue"/>
              </a:rPr>
              <a:t>Tableau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</a:rPr>
              <a:t>Creation of calculated fields for CTR, CPC, Signup Rate, and Cost per Signup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</a:rPr>
              <a:t>Use </a:t>
            </a:r>
            <a:r>
              <a:rPr lang="en-US" sz="1300" dirty="0">
                <a:latin typeface="Helvetica Neue"/>
                <a:sym typeface="Helvetica Neue"/>
              </a:rPr>
              <a:t>filters to alternate views</a:t>
            </a:r>
            <a:r>
              <a:rPr lang="en-US" sz="1300" dirty="0">
                <a:latin typeface="Helvetica Neue"/>
              </a:rPr>
              <a:t> based on plan, state, and campaign type</a:t>
            </a:r>
          </a:p>
          <a:p>
            <a:pPr marL="457200" indent="-311150">
              <a:lnSpc>
                <a:spcPct val="115000"/>
              </a:lnSpc>
              <a:buClr>
                <a:srgbClr val="1C9995"/>
              </a:buClr>
              <a:buSzPts val="1300"/>
              <a:buFont typeface="Arial"/>
              <a:buChar char="●"/>
            </a:pPr>
            <a:r>
              <a:rPr lang="en-US" sz="1300" dirty="0">
                <a:latin typeface="Helvetica Neue"/>
                <a:sym typeface="Helvetica Neue"/>
              </a:rPr>
              <a:t>Minimal data cleaning was needed </a:t>
            </a:r>
            <a:r>
              <a:rPr lang="en-US" sz="1300" dirty="0">
                <a:latin typeface="Helvetica Neue"/>
              </a:rPr>
              <a:t>for this dataset, but could involve: checking for nulls and nonsensical values, aligning date types, and augmenting missing data</a:t>
            </a:r>
          </a:p>
          <a:p>
            <a:pPr lvl="1">
              <a:lnSpc>
                <a:spcPct val="115000"/>
              </a:lnSpc>
              <a:buSzPts val="1300"/>
              <a:buFont typeface="Helvetica Neue"/>
              <a:buNone/>
            </a:pPr>
            <a:endParaRPr lang="en-US" sz="13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62625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9BC93-3984-B999-03E3-02F63201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315;p14">
            <a:extLst>
              <a:ext uri="{FF2B5EF4-FFF2-40B4-BE49-F238E27FC236}">
                <a16:creationId xmlns:a16="http://schemas.microsoft.com/office/drawing/2014/main" id="{95BAA85F-34BE-68BD-FA8A-4775309A8F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552782"/>
            <a:ext cx="5308600" cy="165852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buSzPts val="3000"/>
            </a:pPr>
            <a:r>
              <a:rPr lang="en-US" sz="3200" dirty="0">
                <a:solidFill>
                  <a:srgbClr val="1C9995"/>
                </a:solidFill>
              </a:rPr>
              <a:t>Supplementary Data - CAC </a:t>
            </a:r>
            <a:br>
              <a:rPr lang="en-US" sz="3200" dirty="0">
                <a:solidFill>
                  <a:srgbClr val="1C9995"/>
                </a:solidFill>
              </a:rPr>
            </a:br>
            <a:r>
              <a:rPr lang="en-US" sz="3200" dirty="0">
                <a:solidFill>
                  <a:srgbClr val="1C9995"/>
                </a:solidFill>
              </a:rPr>
              <a:t>(Covid Campaigns)</a:t>
            </a:r>
            <a:endParaRPr lang="en-US" sz="3200" dirty="0">
              <a:solidFill>
                <a:srgbClr val="1C9995"/>
              </a:solidFill>
              <a:sym typeface="Helvetica Neue Light"/>
            </a:endParaRPr>
          </a:p>
        </p:txBody>
      </p:sp>
      <p:sp>
        <p:nvSpPr>
          <p:cNvPr id="2" name="Google Shape;355;g25da3183287_0_43">
            <a:extLst>
              <a:ext uri="{FF2B5EF4-FFF2-40B4-BE49-F238E27FC236}">
                <a16:creationId xmlns:a16="http://schemas.microsoft.com/office/drawing/2014/main" id="{504613C8-91F2-3184-5F12-1EAB75F3D753}"/>
              </a:ext>
            </a:extLst>
          </p:cNvPr>
          <p:cNvSpPr txBox="1">
            <a:spLocks/>
          </p:cNvSpPr>
          <p:nvPr/>
        </p:nvSpPr>
        <p:spPr>
          <a:xfrm>
            <a:off x="609600" y="2548521"/>
            <a:ext cx="5545867" cy="347061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dirty="0">
                <a:sym typeface="Helvetica Neue"/>
              </a:rPr>
              <a:t>High Cost per Signup for Covid Type Campaigns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60C23F-4111-51F3-4333-F21F6607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5205B2-3BD0-13B2-E2BB-8E946EA66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625" y="1053036"/>
            <a:ext cx="4458322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09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FEA66-BE3B-19D0-F718-0EA953A8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C48F90-AFD5-4232-AE7D-27B956BF7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3C96EE1-9524-4300-BFAC-56AA55EB4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55747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Google Shape;315;p14">
            <a:extLst>
              <a:ext uri="{FF2B5EF4-FFF2-40B4-BE49-F238E27FC236}">
                <a16:creationId xmlns:a16="http://schemas.microsoft.com/office/drawing/2014/main" id="{EF82985D-0561-3AB4-ADB1-1B09C7FBB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552782"/>
            <a:ext cx="5545870" cy="165852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SzPts val="3000"/>
            </a:pPr>
            <a:r>
              <a:rPr lang="en-US" sz="3200" dirty="0">
                <a:solidFill>
                  <a:srgbClr val="1C9995"/>
                </a:solidFill>
              </a:rPr>
              <a:t>Supplementary Data - Spend by Category</a:t>
            </a:r>
            <a:endParaRPr lang="en-US" sz="3200" dirty="0">
              <a:solidFill>
                <a:srgbClr val="1C9995"/>
              </a:solidFill>
              <a:sym typeface="Helvetica Neue Light"/>
            </a:endParaRPr>
          </a:p>
        </p:txBody>
      </p:sp>
      <p:sp>
        <p:nvSpPr>
          <p:cNvPr id="2" name="Google Shape;355;g25da3183287_0_43">
            <a:extLst>
              <a:ext uri="{FF2B5EF4-FFF2-40B4-BE49-F238E27FC236}">
                <a16:creationId xmlns:a16="http://schemas.microsoft.com/office/drawing/2014/main" id="{59377854-8450-8BFB-240F-7A62F6CAB187}"/>
              </a:ext>
            </a:extLst>
          </p:cNvPr>
          <p:cNvSpPr txBox="1">
            <a:spLocks/>
          </p:cNvSpPr>
          <p:nvPr/>
        </p:nvSpPr>
        <p:spPr>
          <a:xfrm>
            <a:off x="609603" y="2681202"/>
            <a:ext cx="5545867" cy="66034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600"/>
              </a:spcAft>
              <a:buSzPts val="1100"/>
            </a:pPr>
            <a:r>
              <a:rPr lang="en-US" dirty="0">
                <a:sym typeface="Helvetica Neue"/>
              </a:rPr>
              <a:t>Campaign Category Spend (2019-2023)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E9874C-CA4F-F476-95CD-BDF8B6965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" y="6245304"/>
            <a:ext cx="1634476" cy="490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26A033-DA4B-FDB8-70FC-DB71740DC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041" y="1345642"/>
            <a:ext cx="4039368" cy="330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8623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86</TotalTime>
  <Words>950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Avenir Next LT Pro</vt:lpstr>
      <vt:lpstr>Helvetica Neue</vt:lpstr>
      <vt:lpstr>Helvetica Neue Light</vt:lpstr>
      <vt:lpstr>Posterama</vt:lpstr>
      <vt:lpstr>SplashVTI</vt:lpstr>
      <vt:lpstr>PowerPoint Presentation</vt:lpstr>
      <vt:lpstr>Table of Contents</vt:lpstr>
      <vt:lpstr>Overview</vt:lpstr>
      <vt:lpstr>Context</vt:lpstr>
      <vt:lpstr>North Star Metrics</vt:lpstr>
      <vt:lpstr>North Star Metrics</vt:lpstr>
      <vt:lpstr>Insights Deep-Dive</vt:lpstr>
      <vt:lpstr>Signup rate was by far the highest among Health For All campaigns.</vt:lpstr>
      <vt:lpstr>Health for All campaigns also outperformed on CTR compared to campaigns with more impressions.</vt:lpstr>
      <vt:lpstr>Cost per signup was high for Golden Years Security, which performed poorly in terms of cost and volume.</vt:lpstr>
      <vt:lpstr>Recommendations and  Next Steps</vt:lpstr>
      <vt:lpstr>Key Recommendations</vt:lpstr>
      <vt:lpstr>Caveats and Next Steps</vt:lpstr>
      <vt:lpstr>Thank you!</vt:lpstr>
      <vt:lpstr>Appendix</vt:lpstr>
      <vt:lpstr>Technical Process</vt:lpstr>
      <vt:lpstr>Supplementary Data - CAC  (Covid Campaigns)</vt:lpstr>
      <vt:lpstr>Supplementary Data - Spend by Category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 Nguyen</dc:creator>
  <cp:lastModifiedBy>Thai Nguyen</cp:lastModifiedBy>
  <cp:revision>1</cp:revision>
  <dcterms:created xsi:type="dcterms:W3CDTF">2026-01-25T21:53:06Z</dcterms:created>
  <dcterms:modified xsi:type="dcterms:W3CDTF">2026-01-25T23:19:12Z</dcterms:modified>
</cp:coreProperties>
</file>